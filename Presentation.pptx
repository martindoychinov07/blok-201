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embeddedFontLst>
    <p:embeddedFont>
      <p:font typeface="Roboto"/>
      <p:regular r:id="rId15"/>
      <p:bold r:id="rId16"/>
      <p:italic r:id="rId17"/>
      <p:boldItalic r:id="rId18"/>
    </p:embeddedFont>
    <p:embeddedFont>
      <p:font typeface="Fira Sans Extra Condensed"/>
      <p:regular r:id="rId19"/>
      <p:bold r:id="rId20"/>
      <p:italic r:id="rId21"/>
      <p:boldItalic r:id="rId22"/>
    </p:embeddedFont>
    <p:embeddedFont>
      <p:font typeface="Fira Sans Extra Condensed SemiBold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FiraSansExtraCondensed-bold.fntdata"/><Relationship Id="rId22" Type="http://schemas.openxmlformats.org/officeDocument/2006/relationships/font" Target="fonts/FiraSansExtraCondensed-boldItalic.fntdata"/><Relationship Id="rId21" Type="http://schemas.openxmlformats.org/officeDocument/2006/relationships/font" Target="fonts/FiraSansExtraCondensed-italic.fntdata"/><Relationship Id="rId24" Type="http://schemas.openxmlformats.org/officeDocument/2006/relationships/font" Target="fonts/FiraSansExtraCondensedSemiBold-bold.fntdata"/><Relationship Id="rId23" Type="http://schemas.openxmlformats.org/officeDocument/2006/relationships/font" Target="fonts/FiraSansExtraCondensedSemiBold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FiraSansExtraCondensedSemiBold-boldItalic.fntdata"/><Relationship Id="rId25" Type="http://schemas.openxmlformats.org/officeDocument/2006/relationships/font" Target="fonts/FiraSansExtraCondensedSemiBold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font" Target="fonts/Roboto-regular.fntdata"/><Relationship Id="rId14" Type="http://schemas.openxmlformats.org/officeDocument/2006/relationships/slide" Target="slides/slide8.xml"/><Relationship Id="rId17" Type="http://schemas.openxmlformats.org/officeDocument/2006/relationships/font" Target="fonts/Roboto-italic.fntdata"/><Relationship Id="rId16" Type="http://schemas.openxmlformats.org/officeDocument/2006/relationships/font" Target="fonts/Roboto-bold.fntdata"/><Relationship Id="rId19" Type="http://schemas.openxmlformats.org/officeDocument/2006/relationships/font" Target="fonts/FiraSansExtraCondensed-regular.fntdata"/><Relationship Id="rId18" Type="http://schemas.openxmlformats.org/officeDocument/2006/relationships/font" Target="fonts/Roboto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d2a10748b3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d2a10748b3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d2a10748b3_0_6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d2a10748b3_0_6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d2a10748b3_0_2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d2a10748b3_0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d2a67802ef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d2a67802ef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d2a10748b3_0_4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3d2a10748b3_0_4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968f01eda2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3968f01eda2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968f01eda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3968f01eda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d2a10748b3_0_6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3d2a10748b3_0_6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457188" y="1332238"/>
            <a:ext cx="4112700" cy="176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b="0" sz="60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457188" y="3435363"/>
            <a:ext cx="4112700" cy="37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mentia Infographics by Slidesgo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  <p:sp>
        <p:nvSpPr>
          <p:cNvPr id="72" name="Google Shape;72;p18"/>
          <p:cNvSpPr txBox="1"/>
          <p:nvPr>
            <p:ph type="title"/>
          </p:nvPr>
        </p:nvSpPr>
        <p:spPr>
          <a:xfrm>
            <a:off x="457200" y="410400"/>
            <a:ext cx="8229600" cy="39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0" sz="24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4BE6A3">
            <a:alpha val="0"/>
          </a:srgbClr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Fira Sans Extra Condensed"/>
              <a:buNone/>
              <a:defRPr b="1" sz="280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Roboto"/>
              <a:buChar char="●"/>
              <a:defRPr sz="1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Roboto"/>
              <a:buChar char="○"/>
              <a:defRPr sz="1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Roboto"/>
              <a:buChar char="■"/>
              <a:defRPr sz="1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Roboto"/>
              <a:buChar char="●"/>
              <a:defRPr sz="1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Roboto"/>
              <a:buChar char="○"/>
              <a:defRPr sz="1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Roboto"/>
              <a:buChar char="■"/>
              <a:defRPr sz="1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Roboto"/>
              <a:buChar char="●"/>
              <a:defRPr sz="1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Roboto"/>
              <a:buChar char="○"/>
              <a:defRPr sz="1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Roboto"/>
              <a:buChar char="■"/>
              <a:defRPr sz="1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</a:defRPr>
            </a:lvl1pPr>
            <a:lvl2pPr lvl="1" algn="r">
              <a:buNone/>
              <a:defRPr sz="1000">
                <a:solidFill>
                  <a:schemeClr val="dk1"/>
                </a:solidFill>
              </a:defRPr>
            </a:lvl2pPr>
            <a:lvl3pPr lvl="2" algn="r">
              <a:buNone/>
              <a:defRPr sz="1000">
                <a:solidFill>
                  <a:schemeClr val="dk1"/>
                </a:solidFill>
              </a:defRPr>
            </a:lvl3pPr>
            <a:lvl4pPr lvl="3" algn="r">
              <a:buNone/>
              <a:defRPr sz="1000">
                <a:solidFill>
                  <a:schemeClr val="dk1"/>
                </a:solidFill>
              </a:defRPr>
            </a:lvl4pPr>
            <a:lvl5pPr lvl="4" algn="r">
              <a:buNone/>
              <a:defRPr sz="1000">
                <a:solidFill>
                  <a:schemeClr val="dk1"/>
                </a:solidFill>
              </a:defRPr>
            </a:lvl5pPr>
            <a:lvl6pPr lvl="5" algn="r">
              <a:buNone/>
              <a:defRPr sz="1000">
                <a:solidFill>
                  <a:schemeClr val="dk1"/>
                </a:solidFill>
              </a:defRPr>
            </a:lvl6pPr>
            <a:lvl7pPr lvl="6" algn="r">
              <a:buNone/>
              <a:defRPr sz="1000">
                <a:solidFill>
                  <a:schemeClr val="dk1"/>
                </a:solidFill>
              </a:defRPr>
            </a:lvl7pPr>
            <a:lvl8pPr lvl="7" algn="r">
              <a:buNone/>
              <a:defRPr sz="1000">
                <a:solidFill>
                  <a:schemeClr val="dk1"/>
                </a:solidFill>
              </a:defRPr>
            </a:lvl8pPr>
            <a:lvl9pPr lvl="8" algn="r">
              <a:buNone/>
              <a:defRPr sz="10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jpg"/><Relationship Id="rId4" Type="http://schemas.openxmlformats.org/officeDocument/2006/relationships/image" Target="../media/image10.jpg"/><Relationship Id="rId5" Type="http://schemas.openxmlformats.org/officeDocument/2006/relationships/image" Target="../media/image12.jpg"/><Relationship Id="rId6" Type="http://schemas.openxmlformats.org/officeDocument/2006/relationships/image" Target="../media/image9.jpg"/><Relationship Id="rId7" Type="http://schemas.openxmlformats.org/officeDocument/2006/relationships/image" Target="../media/image8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3.png"/><Relationship Id="rId8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/>
          <p:nvPr/>
        </p:nvSpPr>
        <p:spPr>
          <a:xfrm>
            <a:off x="5017625" y="4069513"/>
            <a:ext cx="3253200" cy="2754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5"/>
          <p:cNvSpPr/>
          <p:nvPr/>
        </p:nvSpPr>
        <p:spPr>
          <a:xfrm>
            <a:off x="5423174" y="798575"/>
            <a:ext cx="2847663" cy="3417201"/>
          </a:xfrm>
          <a:custGeom>
            <a:rect b="b" l="l" r="r" t="t"/>
            <a:pathLst>
              <a:path extrusionOk="0" h="15347" w="12789">
                <a:moveTo>
                  <a:pt x="6630" y="1"/>
                </a:moveTo>
                <a:cubicBezTo>
                  <a:pt x="5141" y="1"/>
                  <a:pt x="3696" y="598"/>
                  <a:pt x="2774" y="1968"/>
                </a:cubicBezTo>
                <a:cubicBezTo>
                  <a:pt x="2170" y="2864"/>
                  <a:pt x="2138" y="3961"/>
                  <a:pt x="1832" y="4968"/>
                </a:cubicBezTo>
                <a:cubicBezTo>
                  <a:pt x="1657" y="5552"/>
                  <a:pt x="1241" y="6027"/>
                  <a:pt x="689" y="6286"/>
                </a:cubicBezTo>
                <a:cubicBezTo>
                  <a:pt x="462" y="6397"/>
                  <a:pt x="189" y="6494"/>
                  <a:pt x="92" y="6728"/>
                </a:cubicBezTo>
                <a:cubicBezTo>
                  <a:pt x="1" y="6942"/>
                  <a:pt x="92" y="7183"/>
                  <a:pt x="248" y="7345"/>
                </a:cubicBezTo>
                <a:cubicBezTo>
                  <a:pt x="404" y="7520"/>
                  <a:pt x="592" y="7663"/>
                  <a:pt x="800" y="7767"/>
                </a:cubicBezTo>
                <a:cubicBezTo>
                  <a:pt x="728" y="7897"/>
                  <a:pt x="637" y="8014"/>
                  <a:pt x="527" y="8111"/>
                </a:cubicBezTo>
                <a:cubicBezTo>
                  <a:pt x="416" y="8209"/>
                  <a:pt x="339" y="8332"/>
                  <a:pt x="293" y="8475"/>
                </a:cubicBezTo>
                <a:cubicBezTo>
                  <a:pt x="261" y="8618"/>
                  <a:pt x="319" y="8832"/>
                  <a:pt x="455" y="8878"/>
                </a:cubicBezTo>
                <a:cubicBezTo>
                  <a:pt x="261" y="8982"/>
                  <a:pt x="196" y="9241"/>
                  <a:pt x="267" y="9449"/>
                </a:cubicBezTo>
                <a:cubicBezTo>
                  <a:pt x="358" y="9657"/>
                  <a:pt x="514" y="9832"/>
                  <a:pt x="715" y="9943"/>
                </a:cubicBezTo>
                <a:cubicBezTo>
                  <a:pt x="611" y="10228"/>
                  <a:pt x="507" y="10527"/>
                  <a:pt x="488" y="10832"/>
                </a:cubicBezTo>
                <a:cubicBezTo>
                  <a:pt x="468" y="11144"/>
                  <a:pt x="546" y="11482"/>
                  <a:pt x="754" y="11696"/>
                </a:cubicBezTo>
                <a:cubicBezTo>
                  <a:pt x="962" y="11917"/>
                  <a:pt x="1267" y="12008"/>
                  <a:pt x="1560" y="12079"/>
                </a:cubicBezTo>
                <a:cubicBezTo>
                  <a:pt x="1956" y="12170"/>
                  <a:pt x="2358" y="12229"/>
                  <a:pt x="2761" y="12255"/>
                </a:cubicBezTo>
                <a:cubicBezTo>
                  <a:pt x="3034" y="12268"/>
                  <a:pt x="3320" y="12281"/>
                  <a:pt x="3521" y="12463"/>
                </a:cubicBezTo>
                <a:cubicBezTo>
                  <a:pt x="3657" y="12579"/>
                  <a:pt x="3722" y="12761"/>
                  <a:pt x="3781" y="12937"/>
                </a:cubicBezTo>
                <a:cubicBezTo>
                  <a:pt x="4034" y="13716"/>
                  <a:pt x="4177" y="14528"/>
                  <a:pt x="4203" y="15346"/>
                </a:cubicBezTo>
                <a:lnTo>
                  <a:pt x="9846" y="15314"/>
                </a:lnTo>
                <a:cubicBezTo>
                  <a:pt x="9567" y="14632"/>
                  <a:pt x="9294" y="13937"/>
                  <a:pt x="9171" y="13216"/>
                </a:cubicBezTo>
                <a:cubicBezTo>
                  <a:pt x="9054" y="12489"/>
                  <a:pt x="9093" y="11709"/>
                  <a:pt x="9437" y="11060"/>
                </a:cubicBezTo>
                <a:cubicBezTo>
                  <a:pt x="9742" y="10482"/>
                  <a:pt x="10249" y="10047"/>
                  <a:pt x="10691" y="9560"/>
                </a:cubicBezTo>
                <a:cubicBezTo>
                  <a:pt x="12016" y="8111"/>
                  <a:pt x="12788" y="6040"/>
                  <a:pt x="12295" y="4137"/>
                </a:cubicBezTo>
                <a:cubicBezTo>
                  <a:pt x="12029" y="3111"/>
                  <a:pt x="11412" y="2188"/>
                  <a:pt x="10613" y="1493"/>
                </a:cubicBezTo>
                <a:cubicBezTo>
                  <a:pt x="9526" y="549"/>
                  <a:pt x="8058" y="1"/>
                  <a:pt x="6630" y="1"/>
                </a:cubicBezTo>
                <a:close/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5"/>
          <p:cNvSpPr/>
          <p:nvPr/>
        </p:nvSpPr>
        <p:spPr>
          <a:xfrm>
            <a:off x="6227602" y="1061413"/>
            <a:ext cx="1643814" cy="1446673"/>
          </a:xfrm>
          <a:custGeom>
            <a:rect b="b" l="l" r="r" t="t"/>
            <a:pathLst>
              <a:path extrusionOk="0" h="6465" w="7346">
                <a:moveTo>
                  <a:pt x="3402" y="0"/>
                </a:moveTo>
                <a:cubicBezTo>
                  <a:pt x="2990" y="0"/>
                  <a:pt x="2584" y="199"/>
                  <a:pt x="2338" y="574"/>
                </a:cubicBezTo>
                <a:cubicBezTo>
                  <a:pt x="2207" y="534"/>
                  <a:pt x="2071" y="514"/>
                  <a:pt x="1936" y="514"/>
                </a:cubicBezTo>
                <a:cubicBezTo>
                  <a:pt x="1716" y="514"/>
                  <a:pt x="1496" y="567"/>
                  <a:pt x="1299" y="671"/>
                </a:cubicBezTo>
                <a:cubicBezTo>
                  <a:pt x="981" y="847"/>
                  <a:pt x="741" y="1139"/>
                  <a:pt x="637" y="1483"/>
                </a:cubicBezTo>
                <a:cubicBezTo>
                  <a:pt x="293" y="1613"/>
                  <a:pt x="52" y="1925"/>
                  <a:pt x="20" y="2288"/>
                </a:cubicBezTo>
                <a:cubicBezTo>
                  <a:pt x="0" y="2645"/>
                  <a:pt x="234" y="3003"/>
                  <a:pt x="585" y="3087"/>
                </a:cubicBezTo>
                <a:cubicBezTo>
                  <a:pt x="791" y="3387"/>
                  <a:pt x="1126" y="3552"/>
                  <a:pt x="1472" y="3552"/>
                </a:cubicBezTo>
                <a:cubicBezTo>
                  <a:pt x="1606" y="3552"/>
                  <a:pt x="1741" y="3527"/>
                  <a:pt x="1871" y="3477"/>
                </a:cubicBezTo>
                <a:lnTo>
                  <a:pt x="1871" y="3477"/>
                </a:lnTo>
                <a:cubicBezTo>
                  <a:pt x="1845" y="3737"/>
                  <a:pt x="1799" y="4094"/>
                  <a:pt x="1962" y="4289"/>
                </a:cubicBezTo>
                <a:cubicBezTo>
                  <a:pt x="2093" y="4456"/>
                  <a:pt x="2287" y="4552"/>
                  <a:pt x="2491" y="4552"/>
                </a:cubicBezTo>
                <a:cubicBezTo>
                  <a:pt x="2539" y="4552"/>
                  <a:pt x="2588" y="4547"/>
                  <a:pt x="2637" y="4535"/>
                </a:cubicBezTo>
                <a:cubicBezTo>
                  <a:pt x="2735" y="4717"/>
                  <a:pt x="2897" y="4867"/>
                  <a:pt x="3092" y="4932"/>
                </a:cubicBezTo>
                <a:cubicBezTo>
                  <a:pt x="3183" y="4968"/>
                  <a:pt x="3281" y="4986"/>
                  <a:pt x="3378" y="4986"/>
                </a:cubicBezTo>
                <a:cubicBezTo>
                  <a:pt x="3488" y="4986"/>
                  <a:pt x="3599" y="4963"/>
                  <a:pt x="3702" y="4919"/>
                </a:cubicBezTo>
                <a:lnTo>
                  <a:pt x="3702" y="4919"/>
                </a:lnTo>
                <a:cubicBezTo>
                  <a:pt x="3689" y="5347"/>
                  <a:pt x="3683" y="5782"/>
                  <a:pt x="3780" y="6198"/>
                </a:cubicBezTo>
                <a:cubicBezTo>
                  <a:pt x="3793" y="6263"/>
                  <a:pt x="3819" y="6328"/>
                  <a:pt x="3852" y="6380"/>
                </a:cubicBezTo>
                <a:cubicBezTo>
                  <a:pt x="3891" y="6432"/>
                  <a:pt x="3949" y="6464"/>
                  <a:pt x="4014" y="6464"/>
                </a:cubicBezTo>
                <a:cubicBezTo>
                  <a:pt x="4111" y="6451"/>
                  <a:pt x="4170" y="6347"/>
                  <a:pt x="4202" y="6250"/>
                </a:cubicBezTo>
                <a:cubicBezTo>
                  <a:pt x="4293" y="5990"/>
                  <a:pt x="4339" y="5717"/>
                  <a:pt x="4332" y="5438"/>
                </a:cubicBezTo>
                <a:lnTo>
                  <a:pt x="4332" y="5438"/>
                </a:lnTo>
                <a:cubicBezTo>
                  <a:pt x="4546" y="5705"/>
                  <a:pt x="4847" y="5830"/>
                  <a:pt x="5144" y="5830"/>
                </a:cubicBezTo>
                <a:cubicBezTo>
                  <a:pt x="5551" y="5830"/>
                  <a:pt x="5952" y="5596"/>
                  <a:pt x="6125" y="5165"/>
                </a:cubicBezTo>
                <a:cubicBezTo>
                  <a:pt x="6358" y="5048"/>
                  <a:pt x="6540" y="4860"/>
                  <a:pt x="6657" y="4633"/>
                </a:cubicBezTo>
                <a:cubicBezTo>
                  <a:pt x="6768" y="4392"/>
                  <a:pt x="6800" y="4126"/>
                  <a:pt x="6755" y="3866"/>
                </a:cubicBezTo>
                <a:lnTo>
                  <a:pt x="6748" y="3860"/>
                </a:lnTo>
                <a:cubicBezTo>
                  <a:pt x="7346" y="3340"/>
                  <a:pt x="7326" y="2405"/>
                  <a:pt x="6709" y="1905"/>
                </a:cubicBezTo>
                <a:cubicBezTo>
                  <a:pt x="6729" y="1658"/>
                  <a:pt x="6657" y="1412"/>
                  <a:pt x="6501" y="1210"/>
                </a:cubicBezTo>
                <a:cubicBezTo>
                  <a:pt x="6423" y="1119"/>
                  <a:pt x="6332" y="1041"/>
                  <a:pt x="6229" y="983"/>
                </a:cubicBezTo>
                <a:lnTo>
                  <a:pt x="6229" y="2957"/>
                </a:lnTo>
                <a:lnTo>
                  <a:pt x="5436" y="2957"/>
                </a:lnTo>
                <a:lnTo>
                  <a:pt x="5436" y="2970"/>
                </a:lnTo>
                <a:cubicBezTo>
                  <a:pt x="5436" y="3055"/>
                  <a:pt x="5462" y="3146"/>
                  <a:pt x="5521" y="3211"/>
                </a:cubicBezTo>
                <a:cubicBezTo>
                  <a:pt x="5754" y="3535"/>
                  <a:pt x="5521" y="3983"/>
                  <a:pt x="5124" y="3983"/>
                </a:cubicBezTo>
                <a:cubicBezTo>
                  <a:pt x="4728" y="3983"/>
                  <a:pt x="4494" y="3535"/>
                  <a:pt x="4728" y="3211"/>
                </a:cubicBezTo>
                <a:cubicBezTo>
                  <a:pt x="4780" y="3146"/>
                  <a:pt x="4813" y="3055"/>
                  <a:pt x="4813" y="2970"/>
                </a:cubicBezTo>
                <a:lnTo>
                  <a:pt x="4813" y="2957"/>
                </a:lnTo>
                <a:lnTo>
                  <a:pt x="4014" y="2957"/>
                </a:lnTo>
                <a:lnTo>
                  <a:pt x="4014" y="2158"/>
                </a:lnTo>
                <a:lnTo>
                  <a:pt x="4007" y="2158"/>
                </a:lnTo>
                <a:cubicBezTo>
                  <a:pt x="3916" y="2165"/>
                  <a:pt x="3832" y="2191"/>
                  <a:pt x="3761" y="2249"/>
                </a:cubicBezTo>
                <a:cubicBezTo>
                  <a:pt x="3671" y="2314"/>
                  <a:pt x="3573" y="2342"/>
                  <a:pt x="3477" y="2342"/>
                </a:cubicBezTo>
                <a:cubicBezTo>
                  <a:pt x="3224" y="2342"/>
                  <a:pt x="2988" y="2141"/>
                  <a:pt x="2988" y="1853"/>
                </a:cubicBezTo>
                <a:cubicBezTo>
                  <a:pt x="2988" y="1566"/>
                  <a:pt x="3224" y="1364"/>
                  <a:pt x="3477" y="1364"/>
                </a:cubicBezTo>
                <a:cubicBezTo>
                  <a:pt x="3573" y="1364"/>
                  <a:pt x="3671" y="1393"/>
                  <a:pt x="3761" y="1457"/>
                </a:cubicBezTo>
                <a:cubicBezTo>
                  <a:pt x="3832" y="1509"/>
                  <a:pt x="3916" y="1541"/>
                  <a:pt x="4007" y="1541"/>
                </a:cubicBezTo>
                <a:lnTo>
                  <a:pt x="4014" y="1541"/>
                </a:lnTo>
                <a:lnTo>
                  <a:pt x="4014" y="743"/>
                </a:lnTo>
                <a:lnTo>
                  <a:pt x="4813" y="743"/>
                </a:lnTo>
                <a:lnTo>
                  <a:pt x="4813" y="756"/>
                </a:lnTo>
                <a:cubicBezTo>
                  <a:pt x="4813" y="840"/>
                  <a:pt x="4780" y="931"/>
                  <a:pt x="4728" y="996"/>
                </a:cubicBezTo>
                <a:cubicBezTo>
                  <a:pt x="4670" y="1080"/>
                  <a:pt x="4631" y="1184"/>
                  <a:pt x="4637" y="1288"/>
                </a:cubicBezTo>
                <a:cubicBezTo>
                  <a:pt x="4618" y="1561"/>
                  <a:pt x="4819" y="1788"/>
                  <a:pt x="5092" y="1808"/>
                </a:cubicBezTo>
                <a:cubicBezTo>
                  <a:pt x="5104" y="1809"/>
                  <a:pt x="5115" y="1809"/>
                  <a:pt x="5127" y="1809"/>
                </a:cubicBezTo>
                <a:cubicBezTo>
                  <a:pt x="5378" y="1809"/>
                  <a:pt x="5593" y="1608"/>
                  <a:pt x="5612" y="1353"/>
                </a:cubicBezTo>
                <a:cubicBezTo>
                  <a:pt x="5625" y="1230"/>
                  <a:pt x="5592" y="1100"/>
                  <a:pt x="5521" y="1002"/>
                </a:cubicBezTo>
                <a:cubicBezTo>
                  <a:pt x="5462" y="931"/>
                  <a:pt x="5436" y="847"/>
                  <a:pt x="5436" y="756"/>
                </a:cubicBezTo>
                <a:lnTo>
                  <a:pt x="5436" y="743"/>
                </a:lnTo>
                <a:lnTo>
                  <a:pt x="5819" y="743"/>
                </a:lnTo>
                <a:cubicBezTo>
                  <a:pt x="5709" y="476"/>
                  <a:pt x="5430" y="294"/>
                  <a:pt x="5144" y="230"/>
                </a:cubicBezTo>
                <a:cubicBezTo>
                  <a:pt x="5014" y="206"/>
                  <a:pt x="4881" y="194"/>
                  <a:pt x="4749" y="194"/>
                </a:cubicBezTo>
                <a:cubicBezTo>
                  <a:pt x="4558" y="194"/>
                  <a:pt x="4367" y="219"/>
                  <a:pt x="4183" y="269"/>
                </a:cubicBezTo>
                <a:cubicBezTo>
                  <a:pt x="3950" y="87"/>
                  <a:pt x="3675" y="0"/>
                  <a:pt x="340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25"/>
          <p:cNvSpPr txBox="1"/>
          <p:nvPr>
            <p:ph type="ctrTitle"/>
          </p:nvPr>
        </p:nvSpPr>
        <p:spPr>
          <a:xfrm>
            <a:off x="457188" y="1332238"/>
            <a:ext cx="4112700" cy="176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"/>
              <a:t>DementiaАid</a:t>
            </a:r>
            <a:endParaRPr/>
          </a:p>
        </p:txBody>
      </p:sp>
      <p:sp>
        <p:nvSpPr>
          <p:cNvPr id="103" name="Google Shape;103;p25"/>
          <p:cNvSpPr/>
          <p:nvPr/>
        </p:nvSpPr>
        <p:spPr>
          <a:xfrm rot="7727022">
            <a:off x="7266090" y="2845682"/>
            <a:ext cx="586101" cy="573028"/>
          </a:xfrm>
          <a:custGeom>
            <a:rect b="b" l="l" r="r" t="t"/>
            <a:pathLst>
              <a:path extrusionOk="0" h="3376" w="3453">
                <a:moveTo>
                  <a:pt x="1790" y="0"/>
                </a:moveTo>
                <a:cubicBezTo>
                  <a:pt x="1723" y="0"/>
                  <a:pt x="1654" y="16"/>
                  <a:pt x="1589" y="50"/>
                </a:cubicBezTo>
                <a:cubicBezTo>
                  <a:pt x="1336" y="187"/>
                  <a:pt x="1284" y="531"/>
                  <a:pt x="1485" y="739"/>
                </a:cubicBezTo>
                <a:cubicBezTo>
                  <a:pt x="1550" y="797"/>
                  <a:pt x="1589" y="875"/>
                  <a:pt x="1609" y="960"/>
                </a:cubicBezTo>
                <a:lnTo>
                  <a:pt x="1609" y="973"/>
                </a:lnTo>
                <a:lnTo>
                  <a:pt x="777" y="1148"/>
                </a:lnTo>
                <a:lnTo>
                  <a:pt x="946" y="1973"/>
                </a:lnTo>
                <a:lnTo>
                  <a:pt x="933" y="1973"/>
                </a:lnTo>
                <a:cubicBezTo>
                  <a:pt x="906" y="1979"/>
                  <a:pt x="878" y="1982"/>
                  <a:pt x="851" y="1982"/>
                </a:cubicBezTo>
                <a:cubicBezTo>
                  <a:pt x="792" y="1982"/>
                  <a:pt x="733" y="1969"/>
                  <a:pt x="680" y="1947"/>
                </a:cubicBezTo>
                <a:cubicBezTo>
                  <a:pt x="626" y="1926"/>
                  <a:pt x="573" y="1917"/>
                  <a:pt x="522" y="1917"/>
                </a:cubicBezTo>
                <a:cubicBezTo>
                  <a:pt x="231" y="1917"/>
                  <a:pt x="1" y="2221"/>
                  <a:pt x="128" y="2525"/>
                </a:cubicBezTo>
                <a:lnTo>
                  <a:pt x="121" y="2525"/>
                </a:lnTo>
                <a:cubicBezTo>
                  <a:pt x="192" y="2695"/>
                  <a:pt x="355" y="2788"/>
                  <a:pt x="521" y="2788"/>
                </a:cubicBezTo>
                <a:cubicBezTo>
                  <a:pt x="628" y="2788"/>
                  <a:pt x="736" y="2749"/>
                  <a:pt x="823" y="2668"/>
                </a:cubicBezTo>
                <a:cubicBezTo>
                  <a:pt x="881" y="2603"/>
                  <a:pt x="959" y="2564"/>
                  <a:pt x="1044" y="2544"/>
                </a:cubicBezTo>
                <a:lnTo>
                  <a:pt x="1057" y="2544"/>
                </a:lnTo>
                <a:lnTo>
                  <a:pt x="1225" y="3376"/>
                </a:lnTo>
                <a:lnTo>
                  <a:pt x="3453" y="2921"/>
                </a:lnTo>
                <a:lnTo>
                  <a:pt x="3284" y="2090"/>
                </a:lnTo>
                <a:lnTo>
                  <a:pt x="3265" y="2090"/>
                </a:lnTo>
                <a:cubicBezTo>
                  <a:pt x="3180" y="2109"/>
                  <a:pt x="3109" y="2155"/>
                  <a:pt x="3044" y="2213"/>
                </a:cubicBezTo>
                <a:cubicBezTo>
                  <a:pt x="2958" y="2296"/>
                  <a:pt x="2850" y="2336"/>
                  <a:pt x="2743" y="2336"/>
                </a:cubicBezTo>
                <a:cubicBezTo>
                  <a:pt x="2592" y="2336"/>
                  <a:pt x="2442" y="2255"/>
                  <a:pt x="2362" y="2103"/>
                </a:cubicBezTo>
                <a:cubicBezTo>
                  <a:pt x="2226" y="1849"/>
                  <a:pt x="2375" y="1538"/>
                  <a:pt x="2661" y="1479"/>
                </a:cubicBezTo>
                <a:cubicBezTo>
                  <a:pt x="2690" y="1472"/>
                  <a:pt x="2720" y="1468"/>
                  <a:pt x="2750" y="1468"/>
                </a:cubicBezTo>
                <a:cubicBezTo>
                  <a:pt x="2801" y="1468"/>
                  <a:pt x="2852" y="1478"/>
                  <a:pt x="2901" y="1499"/>
                </a:cubicBezTo>
                <a:cubicBezTo>
                  <a:pt x="2959" y="1521"/>
                  <a:pt x="3016" y="1531"/>
                  <a:pt x="3074" y="1531"/>
                </a:cubicBezTo>
                <a:cubicBezTo>
                  <a:pt x="3101" y="1531"/>
                  <a:pt x="3127" y="1529"/>
                  <a:pt x="3154" y="1525"/>
                </a:cubicBezTo>
                <a:lnTo>
                  <a:pt x="3174" y="1525"/>
                </a:lnTo>
                <a:lnTo>
                  <a:pt x="3005" y="693"/>
                </a:lnTo>
                <a:lnTo>
                  <a:pt x="2174" y="862"/>
                </a:lnTo>
                <a:lnTo>
                  <a:pt x="2174" y="849"/>
                </a:lnTo>
                <a:cubicBezTo>
                  <a:pt x="2154" y="765"/>
                  <a:pt x="2167" y="674"/>
                  <a:pt x="2200" y="596"/>
                </a:cubicBezTo>
                <a:cubicBezTo>
                  <a:pt x="2226" y="518"/>
                  <a:pt x="2232" y="434"/>
                  <a:pt x="2219" y="349"/>
                </a:cubicBezTo>
                <a:cubicBezTo>
                  <a:pt x="2175" y="140"/>
                  <a:pt x="1990" y="0"/>
                  <a:pt x="179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4" name="Google Shape;104;p25"/>
          <p:cNvGrpSpPr/>
          <p:nvPr/>
        </p:nvGrpSpPr>
        <p:grpSpPr>
          <a:xfrm>
            <a:off x="5228609" y="1771904"/>
            <a:ext cx="1376565" cy="2443863"/>
            <a:chOff x="5046848" y="1126581"/>
            <a:chExt cx="1740065" cy="3089196"/>
          </a:xfrm>
        </p:grpSpPr>
        <p:grpSp>
          <p:nvGrpSpPr>
            <p:cNvPr id="105" name="Google Shape;105;p25"/>
            <p:cNvGrpSpPr/>
            <p:nvPr/>
          </p:nvGrpSpPr>
          <p:grpSpPr>
            <a:xfrm>
              <a:off x="5046848" y="1126581"/>
              <a:ext cx="1740065" cy="3089196"/>
              <a:chOff x="7550950" y="2340825"/>
              <a:chExt cx="1328598" cy="2390648"/>
            </a:xfrm>
          </p:grpSpPr>
          <p:sp>
            <p:nvSpPr>
              <p:cNvPr id="106" name="Google Shape;106;p25"/>
              <p:cNvSpPr/>
              <p:nvPr/>
            </p:nvSpPr>
            <p:spPr>
              <a:xfrm>
                <a:off x="8399975" y="3427870"/>
                <a:ext cx="261776" cy="1195680"/>
              </a:xfrm>
              <a:custGeom>
                <a:rect b="b" l="l" r="r" t="t"/>
                <a:pathLst>
                  <a:path extrusionOk="0" h="15548" w="3404">
                    <a:moveTo>
                      <a:pt x="1" y="0"/>
                    </a:moveTo>
                    <a:cubicBezTo>
                      <a:pt x="14" y="111"/>
                      <a:pt x="27" y="228"/>
                      <a:pt x="40" y="358"/>
                    </a:cubicBezTo>
                    <a:cubicBezTo>
                      <a:pt x="66" y="604"/>
                      <a:pt x="92" y="877"/>
                      <a:pt x="117" y="1182"/>
                    </a:cubicBezTo>
                    <a:cubicBezTo>
                      <a:pt x="442" y="4696"/>
                      <a:pt x="962" y="11710"/>
                      <a:pt x="1163" y="14366"/>
                    </a:cubicBezTo>
                    <a:cubicBezTo>
                      <a:pt x="1215" y="15029"/>
                      <a:pt x="1241" y="15425"/>
                      <a:pt x="1241" y="15425"/>
                    </a:cubicBezTo>
                    <a:cubicBezTo>
                      <a:pt x="1248" y="15425"/>
                      <a:pt x="1254" y="15431"/>
                      <a:pt x="1261" y="15431"/>
                    </a:cubicBezTo>
                    <a:cubicBezTo>
                      <a:pt x="1469" y="15508"/>
                      <a:pt x="1689" y="15547"/>
                      <a:pt x="1909" y="15547"/>
                    </a:cubicBezTo>
                    <a:cubicBezTo>
                      <a:pt x="2116" y="15547"/>
                      <a:pt x="2323" y="15513"/>
                      <a:pt x="2520" y="15444"/>
                    </a:cubicBezTo>
                    <a:lnTo>
                      <a:pt x="2533" y="15438"/>
                    </a:lnTo>
                    <a:cubicBezTo>
                      <a:pt x="2533" y="15438"/>
                      <a:pt x="2566" y="15132"/>
                      <a:pt x="2611" y="14606"/>
                    </a:cubicBezTo>
                    <a:cubicBezTo>
                      <a:pt x="2611" y="14541"/>
                      <a:pt x="2618" y="14470"/>
                      <a:pt x="2624" y="14392"/>
                    </a:cubicBezTo>
                    <a:cubicBezTo>
                      <a:pt x="2631" y="14366"/>
                      <a:pt x="2631" y="14347"/>
                      <a:pt x="2631" y="14321"/>
                    </a:cubicBezTo>
                    <a:lnTo>
                      <a:pt x="2631" y="14308"/>
                    </a:lnTo>
                    <a:cubicBezTo>
                      <a:pt x="2676" y="13769"/>
                      <a:pt x="2735" y="13061"/>
                      <a:pt x="2800" y="12242"/>
                    </a:cubicBezTo>
                    <a:lnTo>
                      <a:pt x="2800" y="12229"/>
                    </a:lnTo>
                    <a:cubicBezTo>
                      <a:pt x="2845" y="11736"/>
                      <a:pt x="2884" y="11203"/>
                      <a:pt x="2923" y="10645"/>
                    </a:cubicBezTo>
                    <a:cubicBezTo>
                      <a:pt x="2923" y="10638"/>
                      <a:pt x="2923" y="10632"/>
                      <a:pt x="2923" y="10625"/>
                    </a:cubicBezTo>
                    <a:cubicBezTo>
                      <a:pt x="3001" y="9645"/>
                      <a:pt x="3079" y="8586"/>
                      <a:pt x="3144" y="7514"/>
                    </a:cubicBezTo>
                    <a:lnTo>
                      <a:pt x="3144" y="7482"/>
                    </a:lnTo>
                    <a:cubicBezTo>
                      <a:pt x="3170" y="7151"/>
                      <a:pt x="3189" y="6826"/>
                      <a:pt x="3209" y="6501"/>
                    </a:cubicBezTo>
                    <a:lnTo>
                      <a:pt x="3209" y="6449"/>
                    </a:lnTo>
                    <a:cubicBezTo>
                      <a:pt x="3228" y="6138"/>
                      <a:pt x="3248" y="5826"/>
                      <a:pt x="3267" y="5514"/>
                    </a:cubicBezTo>
                    <a:lnTo>
                      <a:pt x="3267" y="5488"/>
                    </a:lnTo>
                    <a:cubicBezTo>
                      <a:pt x="3287" y="5124"/>
                      <a:pt x="3306" y="4767"/>
                      <a:pt x="3326" y="4423"/>
                    </a:cubicBezTo>
                    <a:lnTo>
                      <a:pt x="3326" y="4391"/>
                    </a:lnTo>
                    <a:cubicBezTo>
                      <a:pt x="3404" y="2715"/>
                      <a:pt x="3248" y="33"/>
                      <a:pt x="3248" y="0"/>
                    </a:cubicBezTo>
                    <a:close/>
                  </a:path>
                </a:pathLst>
              </a:custGeom>
              <a:solidFill>
                <a:srgbClr val="FBA47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" name="Google Shape;107;p25"/>
              <p:cNvSpPr/>
              <p:nvPr/>
            </p:nvSpPr>
            <p:spPr>
              <a:xfrm>
                <a:off x="8474419" y="4614044"/>
                <a:ext cx="338140" cy="117430"/>
              </a:xfrm>
              <a:custGeom>
                <a:rect b="b" l="l" r="r" t="t"/>
                <a:pathLst>
                  <a:path extrusionOk="0" h="1527" w="4397">
                    <a:moveTo>
                      <a:pt x="247" y="1"/>
                    </a:moveTo>
                    <a:cubicBezTo>
                      <a:pt x="189" y="111"/>
                      <a:pt x="137" y="221"/>
                      <a:pt x="104" y="345"/>
                    </a:cubicBezTo>
                    <a:cubicBezTo>
                      <a:pt x="91" y="377"/>
                      <a:pt x="78" y="416"/>
                      <a:pt x="72" y="462"/>
                    </a:cubicBezTo>
                    <a:cubicBezTo>
                      <a:pt x="72" y="468"/>
                      <a:pt x="65" y="475"/>
                      <a:pt x="65" y="488"/>
                    </a:cubicBezTo>
                    <a:cubicBezTo>
                      <a:pt x="59" y="494"/>
                      <a:pt x="52" y="520"/>
                      <a:pt x="52" y="540"/>
                    </a:cubicBezTo>
                    <a:cubicBezTo>
                      <a:pt x="52" y="546"/>
                      <a:pt x="52" y="553"/>
                      <a:pt x="52" y="559"/>
                    </a:cubicBezTo>
                    <a:lnTo>
                      <a:pt x="52" y="566"/>
                    </a:lnTo>
                    <a:cubicBezTo>
                      <a:pt x="33" y="663"/>
                      <a:pt x="20" y="761"/>
                      <a:pt x="13" y="858"/>
                    </a:cubicBezTo>
                    <a:cubicBezTo>
                      <a:pt x="0" y="975"/>
                      <a:pt x="0" y="1092"/>
                      <a:pt x="13" y="1209"/>
                    </a:cubicBezTo>
                    <a:lnTo>
                      <a:pt x="13" y="1241"/>
                    </a:lnTo>
                    <a:cubicBezTo>
                      <a:pt x="20" y="1280"/>
                      <a:pt x="26" y="1319"/>
                      <a:pt x="33" y="1364"/>
                    </a:cubicBezTo>
                    <a:cubicBezTo>
                      <a:pt x="39" y="1410"/>
                      <a:pt x="46" y="1442"/>
                      <a:pt x="52" y="1481"/>
                    </a:cubicBezTo>
                    <a:lnTo>
                      <a:pt x="4384" y="1527"/>
                    </a:lnTo>
                    <a:cubicBezTo>
                      <a:pt x="4390" y="1488"/>
                      <a:pt x="4397" y="1449"/>
                      <a:pt x="4397" y="1410"/>
                    </a:cubicBezTo>
                    <a:cubicBezTo>
                      <a:pt x="4390" y="1364"/>
                      <a:pt x="4390" y="1326"/>
                      <a:pt x="4384" y="1280"/>
                    </a:cubicBezTo>
                    <a:cubicBezTo>
                      <a:pt x="4384" y="1274"/>
                      <a:pt x="4377" y="1261"/>
                      <a:pt x="4377" y="1254"/>
                    </a:cubicBezTo>
                    <a:cubicBezTo>
                      <a:pt x="4332" y="1007"/>
                      <a:pt x="4157" y="670"/>
                      <a:pt x="3566" y="559"/>
                    </a:cubicBezTo>
                    <a:cubicBezTo>
                      <a:pt x="3533" y="553"/>
                      <a:pt x="3507" y="546"/>
                      <a:pt x="3475" y="540"/>
                    </a:cubicBezTo>
                    <a:cubicBezTo>
                      <a:pt x="3429" y="533"/>
                      <a:pt x="3384" y="527"/>
                      <a:pt x="3332" y="527"/>
                    </a:cubicBezTo>
                    <a:lnTo>
                      <a:pt x="3286" y="520"/>
                    </a:lnTo>
                    <a:cubicBezTo>
                      <a:pt x="2098" y="416"/>
                      <a:pt x="1578" y="14"/>
                      <a:pt x="1578" y="14"/>
                    </a:cubicBezTo>
                    <a:cubicBezTo>
                      <a:pt x="1367" y="48"/>
                      <a:pt x="1154" y="66"/>
                      <a:pt x="941" y="66"/>
                    </a:cubicBezTo>
                    <a:cubicBezTo>
                      <a:pt x="709" y="66"/>
                      <a:pt x="477" y="45"/>
                      <a:pt x="24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" name="Google Shape;108;p25"/>
              <p:cNvSpPr/>
              <p:nvPr/>
            </p:nvSpPr>
            <p:spPr>
              <a:xfrm>
                <a:off x="8600235" y="4616043"/>
                <a:ext cx="30607" cy="24763"/>
              </a:xfrm>
              <a:custGeom>
                <a:rect b="b" l="l" r="r" t="t"/>
                <a:pathLst>
                  <a:path extrusionOk="0" h="322" w="398">
                    <a:moveTo>
                      <a:pt x="319" y="1"/>
                    </a:moveTo>
                    <a:cubicBezTo>
                      <a:pt x="293" y="7"/>
                      <a:pt x="274" y="14"/>
                      <a:pt x="261" y="27"/>
                    </a:cubicBezTo>
                    <a:lnTo>
                      <a:pt x="228" y="53"/>
                    </a:lnTo>
                    <a:cubicBezTo>
                      <a:pt x="170" y="98"/>
                      <a:pt x="111" y="137"/>
                      <a:pt x="53" y="182"/>
                    </a:cubicBezTo>
                    <a:cubicBezTo>
                      <a:pt x="14" y="202"/>
                      <a:pt x="1" y="247"/>
                      <a:pt x="20" y="286"/>
                    </a:cubicBezTo>
                    <a:cubicBezTo>
                      <a:pt x="38" y="308"/>
                      <a:pt x="65" y="322"/>
                      <a:pt x="90" y="322"/>
                    </a:cubicBezTo>
                    <a:cubicBezTo>
                      <a:pt x="102" y="322"/>
                      <a:pt x="114" y="319"/>
                      <a:pt x="124" y="312"/>
                    </a:cubicBezTo>
                    <a:cubicBezTo>
                      <a:pt x="209" y="260"/>
                      <a:pt x="293" y="195"/>
                      <a:pt x="371" y="137"/>
                    </a:cubicBezTo>
                    <a:cubicBezTo>
                      <a:pt x="384" y="124"/>
                      <a:pt x="391" y="105"/>
                      <a:pt x="397" y="85"/>
                    </a:cubicBezTo>
                    <a:cubicBezTo>
                      <a:pt x="391" y="59"/>
                      <a:pt x="384" y="40"/>
                      <a:pt x="371" y="27"/>
                    </a:cubicBezTo>
                    <a:cubicBezTo>
                      <a:pt x="358" y="14"/>
                      <a:pt x="339" y="1"/>
                      <a:pt x="31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" name="Google Shape;109;p25"/>
              <p:cNvSpPr/>
              <p:nvPr/>
            </p:nvSpPr>
            <p:spPr>
              <a:xfrm>
                <a:off x="8623229" y="4627194"/>
                <a:ext cx="31530" cy="28454"/>
              </a:xfrm>
              <a:custGeom>
                <a:rect b="b" l="l" r="r" t="t"/>
                <a:pathLst>
                  <a:path extrusionOk="0" h="370" w="410">
                    <a:moveTo>
                      <a:pt x="322" y="0"/>
                    </a:moveTo>
                    <a:cubicBezTo>
                      <a:pt x="303" y="0"/>
                      <a:pt x="283" y="8"/>
                      <a:pt x="267" y="24"/>
                    </a:cubicBezTo>
                    <a:cubicBezTo>
                      <a:pt x="208" y="89"/>
                      <a:pt x="150" y="148"/>
                      <a:pt x="79" y="200"/>
                    </a:cubicBezTo>
                    <a:lnTo>
                      <a:pt x="46" y="226"/>
                    </a:lnTo>
                    <a:cubicBezTo>
                      <a:pt x="27" y="232"/>
                      <a:pt x="14" y="252"/>
                      <a:pt x="7" y="271"/>
                    </a:cubicBezTo>
                    <a:cubicBezTo>
                      <a:pt x="1" y="291"/>
                      <a:pt x="7" y="310"/>
                      <a:pt x="14" y="330"/>
                    </a:cubicBezTo>
                    <a:cubicBezTo>
                      <a:pt x="30" y="355"/>
                      <a:pt x="55" y="369"/>
                      <a:pt x="81" y="369"/>
                    </a:cubicBezTo>
                    <a:cubicBezTo>
                      <a:pt x="96" y="369"/>
                      <a:pt x="110" y="365"/>
                      <a:pt x="124" y="356"/>
                    </a:cubicBezTo>
                    <a:cubicBezTo>
                      <a:pt x="215" y="297"/>
                      <a:pt x="299" y="219"/>
                      <a:pt x="377" y="135"/>
                    </a:cubicBezTo>
                    <a:cubicBezTo>
                      <a:pt x="410" y="102"/>
                      <a:pt x="410" y="57"/>
                      <a:pt x="377" y="24"/>
                    </a:cubicBezTo>
                    <a:cubicBezTo>
                      <a:pt x="361" y="8"/>
                      <a:pt x="342" y="0"/>
                      <a:pt x="32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" name="Google Shape;110;p25"/>
              <p:cNvSpPr/>
              <p:nvPr/>
            </p:nvSpPr>
            <p:spPr>
              <a:xfrm>
                <a:off x="8650223" y="4635039"/>
                <a:ext cx="25532" cy="29069"/>
              </a:xfrm>
              <a:custGeom>
                <a:rect b="b" l="l" r="r" t="t"/>
                <a:pathLst>
                  <a:path extrusionOk="0" h="378" w="332">
                    <a:moveTo>
                      <a:pt x="260" y="0"/>
                    </a:moveTo>
                    <a:cubicBezTo>
                      <a:pt x="234" y="0"/>
                      <a:pt x="215" y="7"/>
                      <a:pt x="202" y="20"/>
                    </a:cubicBezTo>
                    <a:lnTo>
                      <a:pt x="26" y="247"/>
                    </a:lnTo>
                    <a:cubicBezTo>
                      <a:pt x="13" y="260"/>
                      <a:pt x="0" y="280"/>
                      <a:pt x="0" y="299"/>
                    </a:cubicBezTo>
                    <a:cubicBezTo>
                      <a:pt x="0" y="319"/>
                      <a:pt x="7" y="338"/>
                      <a:pt x="20" y="358"/>
                    </a:cubicBezTo>
                    <a:cubicBezTo>
                      <a:pt x="39" y="371"/>
                      <a:pt x="59" y="377"/>
                      <a:pt x="78" y="377"/>
                    </a:cubicBezTo>
                    <a:cubicBezTo>
                      <a:pt x="98" y="377"/>
                      <a:pt x="117" y="371"/>
                      <a:pt x="130" y="358"/>
                    </a:cubicBezTo>
                    <a:lnTo>
                      <a:pt x="312" y="130"/>
                    </a:lnTo>
                    <a:cubicBezTo>
                      <a:pt x="325" y="117"/>
                      <a:pt x="332" y="98"/>
                      <a:pt x="332" y="78"/>
                    </a:cubicBezTo>
                    <a:cubicBezTo>
                      <a:pt x="332" y="59"/>
                      <a:pt x="325" y="39"/>
                      <a:pt x="312" y="26"/>
                    </a:cubicBezTo>
                    <a:cubicBezTo>
                      <a:pt x="299" y="7"/>
                      <a:pt x="280" y="0"/>
                      <a:pt x="26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" name="Google Shape;111;p25"/>
              <p:cNvSpPr/>
              <p:nvPr/>
            </p:nvSpPr>
            <p:spPr>
              <a:xfrm>
                <a:off x="8678677" y="4641806"/>
                <a:ext cx="23071" cy="27454"/>
              </a:xfrm>
              <a:custGeom>
                <a:rect b="b" l="l" r="r" t="t"/>
                <a:pathLst>
                  <a:path extrusionOk="0" h="357" w="300">
                    <a:moveTo>
                      <a:pt x="214" y="1"/>
                    </a:moveTo>
                    <a:cubicBezTo>
                      <a:pt x="189" y="1"/>
                      <a:pt x="161" y="15"/>
                      <a:pt x="143" y="42"/>
                    </a:cubicBezTo>
                    <a:lnTo>
                      <a:pt x="26" y="237"/>
                    </a:lnTo>
                    <a:cubicBezTo>
                      <a:pt x="0" y="270"/>
                      <a:pt x="13" y="322"/>
                      <a:pt x="52" y="348"/>
                    </a:cubicBezTo>
                    <a:cubicBezTo>
                      <a:pt x="62" y="354"/>
                      <a:pt x="74" y="357"/>
                      <a:pt x="87" y="357"/>
                    </a:cubicBezTo>
                    <a:cubicBezTo>
                      <a:pt x="114" y="357"/>
                      <a:pt x="143" y="342"/>
                      <a:pt x="156" y="315"/>
                    </a:cubicBezTo>
                    <a:lnTo>
                      <a:pt x="273" y="120"/>
                    </a:lnTo>
                    <a:cubicBezTo>
                      <a:pt x="299" y="88"/>
                      <a:pt x="286" y="36"/>
                      <a:pt x="247" y="10"/>
                    </a:cubicBezTo>
                    <a:cubicBezTo>
                      <a:pt x="237" y="4"/>
                      <a:pt x="226" y="1"/>
                      <a:pt x="21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" name="Google Shape;112;p25"/>
              <p:cNvSpPr/>
              <p:nvPr/>
            </p:nvSpPr>
            <p:spPr>
              <a:xfrm>
                <a:off x="8475419" y="4709482"/>
                <a:ext cx="337141" cy="21533"/>
              </a:xfrm>
              <a:custGeom>
                <a:rect b="b" l="l" r="r" t="t"/>
                <a:pathLst>
                  <a:path extrusionOk="0" h="280" w="4384">
                    <a:moveTo>
                      <a:pt x="0" y="0"/>
                    </a:moveTo>
                    <a:cubicBezTo>
                      <a:pt x="7" y="39"/>
                      <a:pt x="13" y="78"/>
                      <a:pt x="20" y="123"/>
                    </a:cubicBezTo>
                    <a:cubicBezTo>
                      <a:pt x="26" y="169"/>
                      <a:pt x="33" y="201"/>
                      <a:pt x="39" y="240"/>
                    </a:cubicBezTo>
                    <a:lnTo>
                      <a:pt x="4371" y="279"/>
                    </a:lnTo>
                    <a:cubicBezTo>
                      <a:pt x="4377" y="240"/>
                      <a:pt x="4384" y="208"/>
                      <a:pt x="4384" y="169"/>
                    </a:cubicBezTo>
                    <a:cubicBezTo>
                      <a:pt x="4384" y="123"/>
                      <a:pt x="4377" y="85"/>
                      <a:pt x="4371" y="39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" name="Google Shape;113;p25"/>
              <p:cNvSpPr/>
              <p:nvPr/>
            </p:nvSpPr>
            <p:spPr>
              <a:xfrm>
                <a:off x="7989921" y="4614044"/>
                <a:ext cx="337679" cy="117430"/>
              </a:xfrm>
              <a:custGeom>
                <a:rect b="b" l="l" r="r" t="t"/>
                <a:pathLst>
                  <a:path extrusionOk="0" h="1527" w="4391">
                    <a:moveTo>
                      <a:pt x="4144" y="1"/>
                    </a:moveTo>
                    <a:cubicBezTo>
                      <a:pt x="3917" y="45"/>
                      <a:pt x="3686" y="66"/>
                      <a:pt x="3453" y="66"/>
                    </a:cubicBezTo>
                    <a:cubicBezTo>
                      <a:pt x="3239" y="66"/>
                      <a:pt x="3024" y="48"/>
                      <a:pt x="2813" y="14"/>
                    </a:cubicBezTo>
                    <a:cubicBezTo>
                      <a:pt x="2813" y="14"/>
                      <a:pt x="2293" y="416"/>
                      <a:pt x="1111" y="520"/>
                    </a:cubicBezTo>
                    <a:lnTo>
                      <a:pt x="1059" y="527"/>
                    </a:lnTo>
                    <a:cubicBezTo>
                      <a:pt x="1014" y="527"/>
                      <a:pt x="968" y="533"/>
                      <a:pt x="916" y="540"/>
                    </a:cubicBezTo>
                    <a:cubicBezTo>
                      <a:pt x="890" y="546"/>
                      <a:pt x="858" y="553"/>
                      <a:pt x="825" y="559"/>
                    </a:cubicBezTo>
                    <a:cubicBezTo>
                      <a:pt x="234" y="670"/>
                      <a:pt x="59" y="1007"/>
                      <a:pt x="14" y="1254"/>
                    </a:cubicBezTo>
                    <a:cubicBezTo>
                      <a:pt x="14" y="1261"/>
                      <a:pt x="14" y="1274"/>
                      <a:pt x="14" y="1280"/>
                    </a:cubicBezTo>
                    <a:cubicBezTo>
                      <a:pt x="7" y="1326"/>
                      <a:pt x="1" y="1364"/>
                      <a:pt x="1" y="1410"/>
                    </a:cubicBezTo>
                    <a:cubicBezTo>
                      <a:pt x="1" y="1449"/>
                      <a:pt x="1" y="1488"/>
                      <a:pt x="7" y="1527"/>
                    </a:cubicBezTo>
                    <a:lnTo>
                      <a:pt x="4339" y="1481"/>
                    </a:lnTo>
                    <a:cubicBezTo>
                      <a:pt x="4345" y="1442"/>
                      <a:pt x="4358" y="1410"/>
                      <a:pt x="4365" y="1364"/>
                    </a:cubicBezTo>
                    <a:cubicBezTo>
                      <a:pt x="4371" y="1319"/>
                      <a:pt x="4378" y="1280"/>
                      <a:pt x="4378" y="1241"/>
                    </a:cubicBezTo>
                    <a:lnTo>
                      <a:pt x="4384" y="1209"/>
                    </a:lnTo>
                    <a:cubicBezTo>
                      <a:pt x="4391" y="1092"/>
                      <a:pt x="4391" y="975"/>
                      <a:pt x="4384" y="858"/>
                    </a:cubicBezTo>
                    <a:cubicBezTo>
                      <a:pt x="4378" y="761"/>
                      <a:pt x="4365" y="663"/>
                      <a:pt x="4345" y="566"/>
                    </a:cubicBezTo>
                    <a:lnTo>
                      <a:pt x="4345" y="559"/>
                    </a:lnTo>
                    <a:cubicBezTo>
                      <a:pt x="4345" y="553"/>
                      <a:pt x="4345" y="546"/>
                      <a:pt x="4345" y="540"/>
                    </a:cubicBezTo>
                    <a:cubicBezTo>
                      <a:pt x="4339" y="520"/>
                      <a:pt x="4339" y="494"/>
                      <a:pt x="4332" y="488"/>
                    </a:cubicBezTo>
                    <a:cubicBezTo>
                      <a:pt x="4332" y="475"/>
                      <a:pt x="4326" y="468"/>
                      <a:pt x="4326" y="462"/>
                    </a:cubicBezTo>
                    <a:cubicBezTo>
                      <a:pt x="4313" y="416"/>
                      <a:pt x="4306" y="377"/>
                      <a:pt x="4293" y="345"/>
                    </a:cubicBezTo>
                    <a:cubicBezTo>
                      <a:pt x="4255" y="221"/>
                      <a:pt x="4209" y="111"/>
                      <a:pt x="414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" name="Google Shape;114;p25"/>
              <p:cNvSpPr/>
              <p:nvPr/>
            </p:nvSpPr>
            <p:spPr>
              <a:xfrm>
                <a:off x="8171262" y="4616043"/>
                <a:ext cx="30300" cy="24609"/>
              </a:xfrm>
              <a:custGeom>
                <a:rect b="b" l="l" r="r" t="t"/>
                <a:pathLst>
                  <a:path extrusionOk="0" h="320" w="394">
                    <a:moveTo>
                      <a:pt x="85" y="1"/>
                    </a:moveTo>
                    <a:cubicBezTo>
                      <a:pt x="65" y="1"/>
                      <a:pt x="46" y="14"/>
                      <a:pt x="26" y="27"/>
                    </a:cubicBezTo>
                    <a:lnTo>
                      <a:pt x="33" y="27"/>
                    </a:lnTo>
                    <a:cubicBezTo>
                      <a:pt x="0" y="59"/>
                      <a:pt x="0" y="105"/>
                      <a:pt x="33" y="137"/>
                    </a:cubicBezTo>
                    <a:cubicBezTo>
                      <a:pt x="111" y="195"/>
                      <a:pt x="188" y="260"/>
                      <a:pt x="273" y="312"/>
                    </a:cubicBezTo>
                    <a:cubicBezTo>
                      <a:pt x="284" y="317"/>
                      <a:pt x="294" y="319"/>
                      <a:pt x="305" y="319"/>
                    </a:cubicBezTo>
                    <a:cubicBezTo>
                      <a:pt x="352" y="319"/>
                      <a:pt x="394" y="276"/>
                      <a:pt x="383" y="228"/>
                    </a:cubicBezTo>
                    <a:cubicBezTo>
                      <a:pt x="377" y="208"/>
                      <a:pt x="370" y="189"/>
                      <a:pt x="351" y="182"/>
                    </a:cubicBezTo>
                    <a:cubicBezTo>
                      <a:pt x="292" y="137"/>
                      <a:pt x="234" y="98"/>
                      <a:pt x="175" y="53"/>
                    </a:cubicBezTo>
                    <a:lnTo>
                      <a:pt x="137" y="27"/>
                    </a:lnTo>
                    <a:cubicBezTo>
                      <a:pt x="124" y="14"/>
                      <a:pt x="104" y="7"/>
                      <a:pt x="8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" name="Google Shape;115;p25"/>
              <p:cNvSpPr/>
              <p:nvPr/>
            </p:nvSpPr>
            <p:spPr>
              <a:xfrm>
                <a:off x="8148267" y="4627194"/>
                <a:ext cx="30530" cy="28223"/>
              </a:xfrm>
              <a:custGeom>
                <a:rect b="b" l="l" r="r" t="t"/>
                <a:pathLst>
                  <a:path extrusionOk="0" h="367" w="397">
                    <a:moveTo>
                      <a:pt x="75" y="0"/>
                    </a:moveTo>
                    <a:cubicBezTo>
                      <a:pt x="56" y="0"/>
                      <a:pt x="36" y="8"/>
                      <a:pt x="20" y="24"/>
                    </a:cubicBezTo>
                    <a:cubicBezTo>
                      <a:pt x="7" y="37"/>
                      <a:pt x="0" y="57"/>
                      <a:pt x="0" y="76"/>
                    </a:cubicBezTo>
                    <a:cubicBezTo>
                      <a:pt x="0" y="102"/>
                      <a:pt x="7" y="122"/>
                      <a:pt x="20" y="135"/>
                    </a:cubicBezTo>
                    <a:cubicBezTo>
                      <a:pt x="98" y="219"/>
                      <a:pt x="182" y="297"/>
                      <a:pt x="280" y="356"/>
                    </a:cubicBezTo>
                    <a:cubicBezTo>
                      <a:pt x="291" y="363"/>
                      <a:pt x="305" y="366"/>
                      <a:pt x="318" y="366"/>
                    </a:cubicBezTo>
                    <a:cubicBezTo>
                      <a:pt x="342" y="366"/>
                      <a:pt x="367" y="355"/>
                      <a:pt x="384" y="330"/>
                    </a:cubicBezTo>
                    <a:cubicBezTo>
                      <a:pt x="390" y="310"/>
                      <a:pt x="397" y="291"/>
                      <a:pt x="390" y="271"/>
                    </a:cubicBezTo>
                    <a:cubicBezTo>
                      <a:pt x="384" y="252"/>
                      <a:pt x="371" y="232"/>
                      <a:pt x="351" y="226"/>
                    </a:cubicBezTo>
                    <a:lnTo>
                      <a:pt x="319" y="200"/>
                    </a:lnTo>
                    <a:cubicBezTo>
                      <a:pt x="247" y="148"/>
                      <a:pt x="189" y="89"/>
                      <a:pt x="130" y="24"/>
                    </a:cubicBezTo>
                    <a:cubicBezTo>
                      <a:pt x="114" y="8"/>
                      <a:pt x="95" y="0"/>
                      <a:pt x="7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25"/>
              <p:cNvSpPr/>
              <p:nvPr/>
            </p:nvSpPr>
            <p:spPr>
              <a:xfrm>
                <a:off x="8126811" y="4635039"/>
                <a:ext cx="25532" cy="29069"/>
              </a:xfrm>
              <a:custGeom>
                <a:rect b="b" l="l" r="r" t="t"/>
                <a:pathLst>
                  <a:path extrusionOk="0" h="378" w="332">
                    <a:moveTo>
                      <a:pt x="78" y="0"/>
                    </a:moveTo>
                    <a:cubicBezTo>
                      <a:pt x="52" y="0"/>
                      <a:pt x="33" y="7"/>
                      <a:pt x="20" y="26"/>
                    </a:cubicBezTo>
                    <a:cubicBezTo>
                      <a:pt x="7" y="39"/>
                      <a:pt x="0" y="59"/>
                      <a:pt x="0" y="78"/>
                    </a:cubicBezTo>
                    <a:cubicBezTo>
                      <a:pt x="0" y="98"/>
                      <a:pt x="7" y="117"/>
                      <a:pt x="20" y="130"/>
                    </a:cubicBezTo>
                    <a:lnTo>
                      <a:pt x="201" y="358"/>
                    </a:lnTo>
                    <a:cubicBezTo>
                      <a:pt x="214" y="371"/>
                      <a:pt x="234" y="377"/>
                      <a:pt x="253" y="377"/>
                    </a:cubicBezTo>
                    <a:cubicBezTo>
                      <a:pt x="273" y="377"/>
                      <a:pt x="292" y="371"/>
                      <a:pt x="312" y="358"/>
                    </a:cubicBezTo>
                    <a:cubicBezTo>
                      <a:pt x="325" y="338"/>
                      <a:pt x="331" y="319"/>
                      <a:pt x="331" y="299"/>
                    </a:cubicBezTo>
                    <a:cubicBezTo>
                      <a:pt x="331" y="280"/>
                      <a:pt x="318" y="260"/>
                      <a:pt x="305" y="247"/>
                    </a:cubicBezTo>
                    <a:lnTo>
                      <a:pt x="130" y="20"/>
                    </a:lnTo>
                    <a:cubicBezTo>
                      <a:pt x="117" y="7"/>
                      <a:pt x="98" y="0"/>
                      <a:pt x="7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25"/>
              <p:cNvSpPr/>
              <p:nvPr/>
            </p:nvSpPr>
            <p:spPr>
              <a:xfrm>
                <a:off x="8100817" y="4641806"/>
                <a:ext cx="25224" cy="27223"/>
              </a:xfrm>
              <a:custGeom>
                <a:rect b="b" l="l" r="r" t="t"/>
                <a:pathLst>
                  <a:path extrusionOk="0" h="354" w="328">
                    <a:moveTo>
                      <a:pt x="83" y="1"/>
                    </a:moveTo>
                    <a:cubicBezTo>
                      <a:pt x="71" y="1"/>
                      <a:pt x="58" y="4"/>
                      <a:pt x="46" y="10"/>
                    </a:cubicBezTo>
                    <a:cubicBezTo>
                      <a:pt x="13" y="36"/>
                      <a:pt x="0" y="81"/>
                      <a:pt x="20" y="120"/>
                    </a:cubicBezTo>
                    <a:lnTo>
                      <a:pt x="137" y="315"/>
                    </a:lnTo>
                    <a:cubicBezTo>
                      <a:pt x="144" y="343"/>
                      <a:pt x="165" y="354"/>
                      <a:pt x="188" y="354"/>
                    </a:cubicBezTo>
                    <a:cubicBezTo>
                      <a:pt x="248" y="354"/>
                      <a:pt x="327" y="284"/>
                      <a:pt x="267" y="237"/>
                    </a:cubicBezTo>
                    <a:lnTo>
                      <a:pt x="150" y="42"/>
                    </a:lnTo>
                    <a:cubicBezTo>
                      <a:pt x="136" y="15"/>
                      <a:pt x="111" y="1"/>
                      <a:pt x="8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" name="Google Shape;118;p25"/>
              <p:cNvSpPr/>
              <p:nvPr/>
            </p:nvSpPr>
            <p:spPr>
              <a:xfrm>
                <a:off x="7989921" y="4709482"/>
                <a:ext cx="336679" cy="21533"/>
              </a:xfrm>
              <a:custGeom>
                <a:rect b="b" l="l" r="r" t="t"/>
                <a:pathLst>
                  <a:path extrusionOk="0" h="280" w="4378">
                    <a:moveTo>
                      <a:pt x="4378" y="0"/>
                    </a:moveTo>
                    <a:lnTo>
                      <a:pt x="14" y="39"/>
                    </a:lnTo>
                    <a:cubicBezTo>
                      <a:pt x="1" y="85"/>
                      <a:pt x="1" y="123"/>
                      <a:pt x="1" y="169"/>
                    </a:cubicBezTo>
                    <a:cubicBezTo>
                      <a:pt x="1" y="208"/>
                      <a:pt x="1" y="247"/>
                      <a:pt x="7" y="279"/>
                    </a:cubicBezTo>
                    <a:lnTo>
                      <a:pt x="4339" y="240"/>
                    </a:lnTo>
                    <a:cubicBezTo>
                      <a:pt x="4352" y="201"/>
                      <a:pt x="4352" y="169"/>
                      <a:pt x="4365" y="123"/>
                    </a:cubicBezTo>
                    <a:cubicBezTo>
                      <a:pt x="4371" y="78"/>
                      <a:pt x="4378" y="39"/>
                      <a:pt x="437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" name="Google Shape;119;p25"/>
              <p:cNvSpPr/>
              <p:nvPr/>
            </p:nvSpPr>
            <p:spPr>
              <a:xfrm>
                <a:off x="8145268" y="3427870"/>
                <a:ext cx="306226" cy="1191220"/>
              </a:xfrm>
              <a:custGeom>
                <a:rect b="b" l="l" r="r" t="t"/>
                <a:pathLst>
                  <a:path extrusionOk="0" h="15490" w="3982">
                    <a:moveTo>
                      <a:pt x="436" y="0"/>
                    </a:moveTo>
                    <a:cubicBezTo>
                      <a:pt x="0" y="4683"/>
                      <a:pt x="799" y="15438"/>
                      <a:pt x="799" y="15438"/>
                    </a:cubicBezTo>
                    <a:cubicBezTo>
                      <a:pt x="1008" y="15472"/>
                      <a:pt x="1221" y="15490"/>
                      <a:pt x="1434" y="15490"/>
                    </a:cubicBezTo>
                    <a:cubicBezTo>
                      <a:pt x="1666" y="15490"/>
                      <a:pt x="1897" y="15469"/>
                      <a:pt x="2124" y="15425"/>
                    </a:cubicBezTo>
                    <a:cubicBezTo>
                      <a:pt x="2124" y="15425"/>
                      <a:pt x="3261" y="3728"/>
                      <a:pt x="3982" y="0"/>
                    </a:cubicBezTo>
                    <a:close/>
                  </a:path>
                </a:pathLst>
              </a:custGeom>
              <a:solidFill>
                <a:srgbClr val="FBA47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25"/>
              <p:cNvSpPr/>
              <p:nvPr/>
            </p:nvSpPr>
            <p:spPr>
              <a:xfrm>
                <a:off x="8139731" y="3427331"/>
                <a:ext cx="544008" cy="1141387"/>
              </a:xfrm>
              <a:custGeom>
                <a:rect b="b" l="l" r="r" t="t"/>
                <a:pathLst>
                  <a:path extrusionOk="0" h="14842" w="7074">
                    <a:moveTo>
                      <a:pt x="6632" y="1"/>
                    </a:moveTo>
                    <a:lnTo>
                      <a:pt x="358" y="27"/>
                    </a:lnTo>
                    <a:cubicBezTo>
                      <a:pt x="1" y="5359"/>
                      <a:pt x="254" y="14717"/>
                      <a:pt x="254" y="14717"/>
                    </a:cubicBezTo>
                    <a:cubicBezTo>
                      <a:pt x="706" y="14800"/>
                      <a:pt x="1167" y="14842"/>
                      <a:pt x="1629" y="14842"/>
                    </a:cubicBezTo>
                    <a:cubicBezTo>
                      <a:pt x="1744" y="14842"/>
                      <a:pt x="1860" y="14839"/>
                      <a:pt x="1975" y="14834"/>
                    </a:cubicBezTo>
                    <a:lnTo>
                      <a:pt x="2001" y="14834"/>
                    </a:lnTo>
                    <a:cubicBezTo>
                      <a:pt x="2216" y="14815"/>
                      <a:pt x="2436" y="14782"/>
                      <a:pt x="2651" y="14724"/>
                    </a:cubicBezTo>
                    <a:lnTo>
                      <a:pt x="3573" y="3553"/>
                    </a:lnTo>
                    <a:lnTo>
                      <a:pt x="4054" y="14756"/>
                    </a:lnTo>
                    <a:cubicBezTo>
                      <a:pt x="4363" y="14805"/>
                      <a:pt x="4689" y="14822"/>
                      <a:pt x="4997" y="14822"/>
                    </a:cubicBezTo>
                    <a:cubicBezTo>
                      <a:pt x="5388" y="14822"/>
                      <a:pt x="5750" y="14795"/>
                      <a:pt x="6015" y="14769"/>
                    </a:cubicBezTo>
                    <a:lnTo>
                      <a:pt x="6041" y="14763"/>
                    </a:lnTo>
                    <a:cubicBezTo>
                      <a:pt x="6281" y="14737"/>
                      <a:pt x="6430" y="14717"/>
                      <a:pt x="6430" y="14717"/>
                    </a:cubicBezTo>
                    <a:cubicBezTo>
                      <a:pt x="6430" y="14717"/>
                      <a:pt x="7073" y="3151"/>
                      <a:pt x="663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25"/>
              <p:cNvSpPr/>
              <p:nvPr/>
            </p:nvSpPr>
            <p:spPr>
              <a:xfrm>
                <a:off x="8363523" y="3521847"/>
                <a:ext cx="42527" cy="31838"/>
              </a:xfrm>
              <a:custGeom>
                <a:rect b="b" l="l" r="r" t="t"/>
                <a:pathLst>
                  <a:path extrusionOk="0" h="414" w="553">
                    <a:moveTo>
                      <a:pt x="17" y="1"/>
                    </a:moveTo>
                    <a:cubicBezTo>
                      <a:pt x="9" y="1"/>
                      <a:pt x="0" y="7"/>
                      <a:pt x="0" y="19"/>
                    </a:cubicBezTo>
                    <a:cubicBezTo>
                      <a:pt x="36" y="248"/>
                      <a:pt x="236" y="414"/>
                      <a:pt x="467" y="414"/>
                    </a:cubicBezTo>
                    <a:cubicBezTo>
                      <a:pt x="491" y="414"/>
                      <a:pt x="515" y="412"/>
                      <a:pt x="540" y="408"/>
                    </a:cubicBezTo>
                    <a:cubicBezTo>
                      <a:pt x="553" y="408"/>
                      <a:pt x="546" y="382"/>
                      <a:pt x="533" y="382"/>
                    </a:cubicBezTo>
                    <a:cubicBezTo>
                      <a:pt x="509" y="387"/>
                      <a:pt x="485" y="389"/>
                      <a:pt x="461" y="389"/>
                    </a:cubicBezTo>
                    <a:cubicBezTo>
                      <a:pt x="298" y="389"/>
                      <a:pt x="145" y="296"/>
                      <a:pt x="72" y="149"/>
                    </a:cubicBezTo>
                    <a:cubicBezTo>
                      <a:pt x="46" y="103"/>
                      <a:pt x="33" y="58"/>
                      <a:pt x="26" y="12"/>
                    </a:cubicBezTo>
                    <a:cubicBezTo>
                      <a:pt x="26" y="4"/>
                      <a:pt x="22" y="1"/>
                      <a:pt x="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" name="Google Shape;122;p25"/>
              <p:cNvSpPr/>
              <p:nvPr/>
            </p:nvSpPr>
            <p:spPr>
              <a:xfrm>
                <a:off x="8405743" y="3551993"/>
                <a:ext cx="14765" cy="153344"/>
              </a:xfrm>
              <a:custGeom>
                <a:rect b="b" l="l" r="r" t="t"/>
                <a:pathLst>
                  <a:path extrusionOk="0" h="1994" w="192">
                    <a:moveTo>
                      <a:pt x="11" y="0"/>
                    </a:moveTo>
                    <a:cubicBezTo>
                      <a:pt x="5" y="0"/>
                      <a:pt x="0" y="3"/>
                      <a:pt x="4" y="10"/>
                    </a:cubicBezTo>
                    <a:cubicBezTo>
                      <a:pt x="23" y="270"/>
                      <a:pt x="42" y="523"/>
                      <a:pt x="68" y="783"/>
                    </a:cubicBezTo>
                    <a:cubicBezTo>
                      <a:pt x="88" y="1036"/>
                      <a:pt x="107" y="1296"/>
                      <a:pt x="133" y="1549"/>
                    </a:cubicBezTo>
                    <a:lnTo>
                      <a:pt x="166" y="1984"/>
                    </a:lnTo>
                    <a:cubicBezTo>
                      <a:pt x="166" y="1991"/>
                      <a:pt x="172" y="1994"/>
                      <a:pt x="179" y="1994"/>
                    </a:cubicBezTo>
                    <a:cubicBezTo>
                      <a:pt x="185" y="1994"/>
                      <a:pt x="192" y="1991"/>
                      <a:pt x="192" y="1984"/>
                    </a:cubicBezTo>
                    <a:cubicBezTo>
                      <a:pt x="172" y="1724"/>
                      <a:pt x="146" y="1471"/>
                      <a:pt x="127" y="1211"/>
                    </a:cubicBezTo>
                    <a:lnTo>
                      <a:pt x="62" y="445"/>
                    </a:lnTo>
                    <a:lnTo>
                      <a:pt x="23" y="10"/>
                    </a:lnTo>
                    <a:cubicBezTo>
                      <a:pt x="23" y="3"/>
                      <a:pt x="17" y="0"/>
                      <a:pt x="1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" name="Google Shape;123;p25"/>
              <p:cNvSpPr/>
              <p:nvPr/>
            </p:nvSpPr>
            <p:spPr>
              <a:xfrm>
                <a:off x="8602234" y="3454555"/>
                <a:ext cx="22609" cy="1108626"/>
              </a:xfrm>
              <a:custGeom>
                <a:rect b="b" l="l" r="r" t="t"/>
                <a:pathLst>
                  <a:path extrusionOk="0" h="14416" w="294">
                    <a:moveTo>
                      <a:pt x="196" y="1"/>
                    </a:moveTo>
                    <a:cubicBezTo>
                      <a:pt x="189" y="1"/>
                      <a:pt x="183" y="4"/>
                      <a:pt x="183" y="11"/>
                    </a:cubicBezTo>
                    <a:cubicBezTo>
                      <a:pt x="215" y="952"/>
                      <a:pt x="235" y="1900"/>
                      <a:pt x="248" y="2849"/>
                    </a:cubicBezTo>
                    <a:cubicBezTo>
                      <a:pt x="261" y="3823"/>
                      <a:pt x="267" y="4803"/>
                      <a:pt x="261" y="5778"/>
                    </a:cubicBezTo>
                    <a:cubicBezTo>
                      <a:pt x="261" y="6765"/>
                      <a:pt x="248" y="7745"/>
                      <a:pt x="228" y="8713"/>
                    </a:cubicBezTo>
                    <a:cubicBezTo>
                      <a:pt x="202" y="9687"/>
                      <a:pt x="176" y="10655"/>
                      <a:pt x="137" y="11629"/>
                    </a:cubicBezTo>
                    <a:cubicBezTo>
                      <a:pt x="98" y="12558"/>
                      <a:pt x="53" y="13487"/>
                      <a:pt x="1" y="14415"/>
                    </a:cubicBezTo>
                    <a:lnTo>
                      <a:pt x="27" y="14409"/>
                    </a:lnTo>
                    <a:cubicBezTo>
                      <a:pt x="72" y="13610"/>
                      <a:pt x="111" y="12805"/>
                      <a:pt x="144" y="12006"/>
                    </a:cubicBezTo>
                    <a:cubicBezTo>
                      <a:pt x="189" y="11038"/>
                      <a:pt x="215" y="10064"/>
                      <a:pt x="241" y="9083"/>
                    </a:cubicBezTo>
                    <a:cubicBezTo>
                      <a:pt x="267" y="8096"/>
                      <a:pt x="280" y="7115"/>
                      <a:pt x="287" y="6141"/>
                    </a:cubicBezTo>
                    <a:cubicBezTo>
                      <a:pt x="293" y="5167"/>
                      <a:pt x="287" y="4193"/>
                      <a:pt x="280" y="3219"/>
                    </a:cubicBezTo>
                    <a:cubicBezTo>
                      <a:pt x="267" y="2264"/>
                      <a:pt x="248" y="1309"/>
                      <a:pt x="222" y="355"/>
                    </a:cubicBezTo>
                    <a:cubicBezTo>
                      <a:pt x="215" y="244"/>
                      <a:pt x="215" y="127"/>
                      <a:pt x="209" y="11"/>
                    </a:cubicBezTo>
                    <a:cubicBezTo>
                      <a:pt x="209" y="4"/>
                      <a:pt x="202" y="1"/>
                      <a:pt x="19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25"/>
              <p:cNvSpPr/>
              <p:nvPr/>
            </p:nvSpPr>
            <p:spPr>
              <a:xfrm>
                <a:off x="8291079" y="3604981"/>
                <a:ext cx="120276" cy="962665"/>
              </a:xfrm>
              <a:custGeom>
                <a:rect b="b" l="l" r="r" t="t"/>
                <a:pathLst>
                  <a:path extrusionOk="0" h="12518" w="1564">
                    <a:moveTo>
                      <a:pt x="1550" y="0"/>
                    </a:moveTo>
                    <a:cubicBezTo>
                      <a:pt x="1545" y="0"/>
                      <a:pt x="1540" y="4"/>
                      <a:pt x="1540" y="9"/>
                    </a:cubicBezTo>
                    <a:cubicBezTo>
                      <a:pt x="1332" y="1678"/>
                      <a:pt x="1124" y="3341"/>
                      <a:pt x="923" y="5010"/>
                    </a:cubicBezTo>
                    <a:cubicBezTo>
                      <a:pt x="722" y="6673"/>
                      <a:pt x="514" y="8329"/>
                      <a:pt x="313" y="9991"/>
                    </a:cubicBezTo>
                    <a:cubicBezTo>
                      <a:pt x="209" y="10829"/>
                      <a:pt x="105" y="11673"/>
                      <a:pt x="1" y="12518"/>
                    </a:cubicBezTo>
                    <a:lnTo>
                      <a:pt x="27" y="12518"/>
                    </a:lnTo>
                    <a:cubicBezTo>
                      <a:pt x="222" y="10946"/>
                      <a:pt x="410" y="9374"/>
                      <a:pt x="605" y="7809"/>
                    </a:cubicBezTo>
                    <a:cubicBezTo>
                      <a:pt x="806" y="6147"/>
                      <a:pt x="1014" y="4491"/>
                      <a:pt x="1215" y="2834"/>
                    </a:cubicBezTo>
                    <a:lnTo>
                      <a:pt x="1559" y="16"/>
                    </a:lnTo>
                    <a:cubicBezTo>
                      <a:pt x="1563" y="5"/>
                      <a:pt x="1557" y="0"/>
                      <a:pt x="155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" name="Google Shape;125;p25"/>
              <p:cNvSpPr/>
              <p:nvPr/>
            </p:nvSpPr>
            <p:spPr>
              <a:xfrm>
                <a:off x="8736586" y="2620527"/>
                <a:ext cx="142962" cy="113508"/>
              </a:xfrm>
              <a:custGeom>
                <a:rect b="b" l="l" r="r" t="t"/>
                <a:pathLst>
                  <a:path extrusionOk="0" h="1476" w="1859">
                    <a:moveTo>
                      <a:pt x="1422" y="1"/>
                    </a:moveTo>
                    <a:cubicBezTo>
                      <a:pt x="1289" y="1"/>
                      <a:pt x="1137" y="588"/>
                      <a:pt x="1124" y="588"/>
                    </a:cubicBezTo>
                    <a:cubicBezTo>
                      <a:pt x="1105" y="588"/>
                      <a:pt x="1189" y="81"/>
                      <a:pt x="1053" y="68"/>
                    </a:cubicBezTo>
                    <a:cubicBezTo>
                      <a:pt x="1050" y="68"/>
                      <a:pt x="1048" y="68"/>
                      <a:pt x="1045" y="68"/>
                    </a:cubicBezTo>
                    <a:cubicBezTo>
                      <a:pt x="909" y="68"/>
                      <a:pt x="877" y="549"/>
                      <a:pt x="865" y="555"/>
                    </a:cubicBezTo>
                    <a:cubicBezTo>
                      <a:pt x="864" y="555"/>
                      <a:pt x="864" y="555"/>
                      <a:pt x="864" y="555"/>
                    </a:cubicBezTo>
                    <a:cubicBezTo>
                      <a:pt x="851" y="555"/>
                      <a:pt x="775" y="159"/>
                      <a:pt x="675" y="159"/>
                    </a:cubicBezTo>
                    <a:cubicBezTo>
                      <a:pt x="673" y="159"/>
                      <a:pt x="671" y="159"/>
                      <a:pt x="670" y="159"/>
                    </a:cubicBezTo>
                    <a:cubicBezTo>
                      <a:pt x="572" y="166"/>
                      <a:pt x="650" y="672"/>
                      <a:pt x="624" y="679"/>
                    </a:cubicBezTo>
                    <a:cubicBezTo>
                      <a:pt x="622" y="679"/>
                      <a:pt x="618" y="680"/>
                      <a:pt x="611" y="680"/>
                    </a:cubicBezTo>
                    <a:cubicBezTo>
                      <a:pt x="596" y="680"/>
                      <a:pt x="568" y="678"/>
                      <a:pt x="533" y="678"/>
                    </a:cubicBezTo>
                    <a:cubicBezTo>
                      <a:pt x="450" y="678"/>
                      <a:pt x="328" y="687"/>
                      <a:pt x="235" y="744"/>
                    </a:cubicBezTo>
                    <a:cubicBezTo>
                      <a:pt x="92" y="835"/>
                      <a:pt x="1" y="1198"/>
                      <a:pt x="85" y="1296"/>
                    </a:cubicBezTo>
                    <a:cubicBezTo>
                      <a:pt x="162" y="1383"/>
                      <a:pt x="491" y="1475"/>
                      <a:pt x="659" y="1475"/>
                    </a:cubicBezTo>
                    <a:cubicBezTo>
                      <a:pt x="691" y="1475"/>
                      <a:pt x="717" y="1472"/>
                      <a:pt x="735" y="1465"/>
                    </a:cubicBezTo>
                    <a:cubicBezTo>
                      <a:pt x="813" y="1426"/>
                      <a:pt x="806" y="1315"/>
                      <a:pt x="930" y="1244"/>
                    </a:cubicBezTo>
                    <a:cubicBezTo>
                      <a:pt x="1053" y="1172"/>
                      <a:pt x="1300" y="1172"/>
                      <a:pt x="1371" y="1088"/>
                    </a:cubicBezTo>
                    <a:cubicBezTo>
                      <a:pt x="1449" y="1010"/>
                      <a:pt x="1858" y="309"/>
                      <a:pt x="1696" y="231"/>
                    </a:cubicBezTo>
                    <a:cubicBezTo>
                      <a:pt x="1691" y="228"/>
                      <a:pt x="1686" y="227"/>
                      <a:pt x="1680" y="227"/>
                    </a:cubicBezTo>
                    <a:cubicBezTo>
                      <a:pt x="1582" y="227"/>
                      <a:pt x="1390" y="581"/>
                      <a:pt x="1384" y="581"/>
                    </a:cubicBezTo>
                    <a:cubicBezTo>
                      <a:pt x="1384" y="581"/>
                      <a:pt x="1384" y="581"/>
                      <a:pt x="1384" y="581"/>
                    </a:cubicBezTo>
                    <a:cubicBezTo>
                      <a:pt x="1374" y="581"/>
                      <a:pt x="1578" y="55"/>
                      <a:pt x="1436" y="3"/>
                    </a:cubicBezTo>
                    <a:cubicBezTo>
                      <a:pt x="1431" y="2"/>
                      <a:pt x="1427" y="1"/>
                      <a:pt x="1422" y="1"/>
                    </a:cubicBezTo>
                    <a:close/>
                  </a:path>
                </a:pathLst>
              </a:custGeom>
              <a:solidFill>
                <a:srgbClr val="F8C3A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" name="Google Shape;126;p25"/>
              <p:cNvSpPr/>
              <p:nvPr/>
            </p:nvSpPr>
            <p:spPr>
              <a:xfrm>
                <a:off x="8419432" y="2700969"/>
                <a:ext cx="398124" cy="426732"/>
              </a:xfrm>
              <a:custGeom>
                <a:rect b="b" l="l" r="r" t="t"/>
                <a:pathLst>
                  <a:path extrusionOk="0" h="5549" w="5177">
                    <a:moveTo>
                      <a:pt x="4015" y="1"/>
                    </a:moveTo>
                    <a:cubicBezTo>
                      <a:pt x="3916" y="1"/>
                      <a:pt x="3852" y="3"/>
                      <a:pt x="3852" y="3"/>
                    </a:cubicBezTo>
                    <a:lnTo>
                      <a:pt x="3079" y="3328"/>
                    </a:lnTo>
                    <a:cubicBezTo>
                      <a:pt x="3079" y="3328"/>
                      <a:pt x="2189" y="594"/>
                      <a:pt x="930" y="386"/>
                    </a:cubicBezTo>
                    <a:lnTo>
                      <a:pt x="930" y="386"/>
                    </a:lnTo>
                    <a:cubicBezTo>
                      <a:pt x="930" y="386"/>
                      <a:pt x="1" y="828"/>
                      <a:pt x="1209" y="3276"/>
                    </a:cubicBezTo>
                    <a:cubicBezTo>
                      <a:pt x="1365" y="3594"/>
                      <a:pt x="1904" y="4569"/>
                      <a:pt x="2228" y="4997"/>
                    </a:cubicBezTo>
                    <a:cubicBezTo>
                      <a:pt x="2514" y="5376"/>
                      <a:pt x="2879" y="5548"/>
                      <a:pt x="3218" y="5548"/>
                    </a:cubicBezTo>
                    <a:cubicBezTo>
                      <a:pt x="3658" y="5548"/>
                      <a:pt x="4055" y="5259"/>
                      <a:pt x="4183" y="4757"/>
                    </a:cubicBezTo>
                    <a:cubicBezTo>
                      <a:pt x="4313" y="4237"/>
                      <a:pt x="5177" y="217"/>
                      <a:pt x="5177" y="217"/>
                    </a:cubicBezTo>
                    <a:cubicBezTo>
                      <a:pt x="5043" y="24"/>
                      <a:pt x="4339" y="1"/>
                      <a:pt x="40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" name="Google Shape;127;p25"/>
              <p:cNvSpPr/>
              <p:nvPr/>
            </p:nvSpPr>
            <p:spPr>
              <a:xfrm>
                <a:off x="7610859" y="3259449"/>
                <a:ext cx="131426" cy="105664"/>
              </a:xfrm>
              <a:custGeom>
                <a:rect b="b" l="l" r="r" t="t"/>
                <a:pathLst>
                  <a:path extrusionOk="0" h="1374" w="1709">
                    <a:moveTo>
                      <a:pt x="850" y="0"/>
                    </a:moveTo>
                    <a:cubicBezTo>
                      <a:pt x="502" y="0"/>
                      <a:pt x="145" y="174"/>
                      <a:pt x="189" y="248"/>
                    </a:cubicBezTo>
                    <a:cubicBezTo>
                      <a:pt x="221" y="313"/>
                      <a:pt x="293" y="352"/>
                      <a:pt x="371" y="352"/>
                    </a:cubicBezTo>
                    <a:cubicBezTo>
                      <a:pt x="150" y="508"/>
                      <a:pt x="0" y="697"/>
                      <a:pt x="46" y="891"/>
                    </a:cubicBezTo>
                    <a:cubicBezTo>
                      <a:pt x="82" y="1064"/>
                      <a:pt x="603" y="1373"/>
                      <a:pt x="945" y="1373"/>
                    </a:cubicBezTo>
                    <a:cubicBezTo>
                      <a:pt x="976" y="1373"/>
                      <a:pt x="1006" y="1371"/>
                      <a:pt x="1033" y="1366"/>
                    </a:cubicBezTo>
                    <a:cubicBezTo>
                      <a:pt x="1358" y="1307"/>
                      <a:pt x="1553" y="898"/>
                      <a:pt x="1708" y="846"/>
                    </a:cubicBezTo>
                    <a:lnTo>
                      <a:pt x="1559" y="73"/>
                    </a:lnTo>
                    <a:cubicBezTo>
                      <a:pt x="1549" y="76"/>
                      <a:pt x="1536" y="78"/>
                      <a:pt x="1520" y="78"/>
                    </a:cubicBezTo>
                    <a:cubicBezTo>
                      <a:pt x="1402" y="78"/>
                      <a:pt x="1132" y="2"/>
                      <a:pt x="903" y="2"/>
                    </a:cubicBezTo>
                    <a:cubicBezTo>
                      <a:pt x="885" y="1"/>
                      <a:pt x="868" y="0"/>
                      <a:pt x="850" y="0"/>
                    </a:cubicBezTo>
                    <a:close/>
                  </a:path>
                </a:pathLst>
              </a:custGeom>
              <a:solidFill>
                <a:srgbClr val="F8C3A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" name="Google Shape;128;p25"/>
              <p:cNvSpPr/>
              <p:nvPr/>
            </p:nvSpPr>
            <p:spPr>
              <a:xfrm>
                <a:off x="7550950" y="3292979"/>
                <a:ext cx="183336" cy="1423619"/>
              </a:xfrm>
              <a:custGeom>
                <a:rect b="b" l="l" r="r" t="t"/>
                <a:pathLst>
                  <a:path extrusionOk="0" h="18512" w="2384">
                    <a:moveTo>
                      <a:pt x="1190" y="1"/>
                    </a:moveTo>
                    <a:cubicBezTo>
                      <a:pt x="546" y="1"/>
                      <a:pt x="13" y="524"/>
                      <a:pt x="13" y="1176"/>
                    </a:cubicBezTo>
                    <a:cubicBezTo>
                      <a:pt x="7" y="1365"/>
                      <a:pt x="13" y="1553"/>
                      <a:pt x="13" y="1741"/>
                    </a:cubicBezTo>
                    <a:lnTo>
                      <a:pt x="13" y="17283"/>
                    </a:lnTo>
                    <a:cubicBezTo>
                      <a:pt x="13" y="17549"/>
                      <a:pt x="0" y="18062"/>
                      <a:pt x="13" y="18328"/>
                    </a:cubicBezTo>
                    <a:lnTo>
                      <a:pt x="13" y="18361"/>
                    </a:lnTo>
                    <a:cubicBezTo>
                      <a:pt x="13" y="18461"/>
                      <a:pt x="89" y="18512"/>
                      <a:pt x="166" y="18512"/>
                    </a:cubicBezTo>
                    <a:cubicBezTo>
                      <a:pt x="242" y="18512"/>
                      <a:pt x="318" y="18461"/>
                      <a:pt x="318" y="18361"/>
                    </a:cubicBezTo>
                    <a:lnTo>
                      <a:pt x="318" y="1300"/>
                    </a:lnTo>
                    <a:cubicBezTo>
                      <a:pt x="318" y="1202"/>
                      <a:pt x="325" y="1105"/>
                      <a:pt x="338" y="1007"/>
                    </a:cubicBezTo>
                    <a:cubicBezTo>
                      <a:pt x="428" y="600"/>
                      <a:pt x="783" y="320"/>
                      <a:pt x="1184" y="320"/>
                    </a:cubicBezTo>
                    <a:cubicBezTo>
                      <a:pt x="1218" y="320"/>
                      <a:pt x="1252" y="322"/>
                      <a:pt x="1286" y="326"/>
                    </a:cubicBezTo>
                    <a:cubicBezTo>
                      <a:pt x="1734" y="371"/>
                      <a:pt x="2065" y="748"/>
                      <a:pt x="2065" y="1189"/>
                    </a:cubicBezTo>
                    <a:cubicBezTo>
                      <a:pt x="2065" y="1290"/>
                      <a:pt x="2145" y="1340"/>
                      <a:pt x="2224" y="1340"/>
                    </a:cubicBezTo>
                    <a:cubicBezTo>
                      <a:pt x="2302" y="1340"/>
                      <a:pt x="2380" y="1290"/>
                      <a:pt x="2377" y="1189"/>
                    </a:cubicBezTo>
                    <a:cubicBezTo>
                      <a:pt x="2384" y="540"/>
                      <a:pt x="1857" y="1"/>
                      <a:pt x="1202" y="1"/>
                    </a:cubicBezTo>
                    <a:cubicBezTo>
                      <a:pt x="1198" y="1"/>
                      <a:pt x="1194" y="1"/>
                      <a:pt x="119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" name="Google Shape;129;p25"/>
              <p:cNvSpPr/>
              <p:nvPr/>
            </p:nvSpPr>
            <p:spPr>
              <a:xfrm>
                <a:off x="7708758" y="2764569"/>
                <a:ext cx="502020" cy="587920"/>
              </a:xfrm>
              <a:custGeom>
                <a:rect b="b" l="l" r="r" t="t"/>
                <a:pathLst>
                  <a:path extrusionOk="0" h="7645" w="6528">
                    <a:moveTo>
                      <a:pt x="6527" y="1"/>
                    </a:moveTo>
                    <a:lnTo>
                      <a:pt x="6527" y="1"/>
                    </a:lnTo>
                    <a:cubicBezTo>
                      <a:pt x="5267" y="553"/>
                      <a:pt x="4410" y="5040"/>
                      <a:pt x="4410" y="5040"/>
                    </a:cubicBezTo>
                    <a:lnTo>
                      <a:pt x="52" y="6144"/>
                    </a:lnTo>
                    <a:cubicBezTo>
                      <a:pt x="0" y="6690"/>
                      <a:pt x="370" y="7645"/>
                      <a:pt x="370" y="7645"/>
                    </a:cubicBezTo>
                    <a:cubicBezTo>
                      <a:pt x="370" y="7645"/>
                      <a:pt x="4176" y="6872"/>
                      <a:pt x="4735" y="6735"/>
                    </a:cubicBezTo>
                    <a:cubicBezTo>
                      <a:pt x="5339" y="6586"/>
                      <a:pt x="5956" y="6216"/>
                      <a:pt x="6086" y="5560"/>
                    </a:cubicBezTo>
                    <a:cubicBezTo>
                      <a:pt x="6215" y="4911"/>
                      <a:pt x="6443" y="3027"/>
                      <a:pt x="6443" y="3027"/>
                    </a:cubicBezTo>
                    <a:lnTo>
                      <a:pt x="6527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" name="Google Shape;130;p25"/>
              <p:cNvSpPr/>
              <p:nvPr/>
            </p:nvSpPr>
            <p:spPr>
              <a:xfrm>
                <a:off x="8147729" y="2715658"/>
                <a:ext cx="505557" cy="768564"/>
              </a:xfrm>
              <a:custGeom>
                <a:rect b="b" l="l" r="r" t="t"/>
                <a:pathLst>
                  <a:path extrusionOk="0" h="9994" w="6574">
                    <a:moveTo>
                      <a:pt x="3177" y="0"/>
                    </a:moveTo>
                    <a:lnTo>
                      <a:pt x="1982" y="124"/>
                    </a:lnTo>
                    <a:lnTo>
                      <a:pt x="819" y="637"/>
                    </a:lnTo>
                    <a:cubicBezTo>
                      <a:pt x="371" y="6716"/>
                      <a:pt x="1" y="9794"/>
                      <a:pt x="1" y="9794"/>
                    </a:cubicBezTo>
                    <a:cubicBezTo>
                      <a:pt x="155" y="9939"/>
                      <a:pt x="598" y="9994"/>
                      <a:pt x="1187" y="9994"/>
                    </a:cubicBezTo>
                    <a:cubicBezTo>
                      <a:pt x="3107" y="9994"/>
                      <a:pt x="6573" y="9404"/>
                      <a:pt x="6573" y="9404"/>
                    </a:cubicBezTo>
                    <a:cubicBezTo>
                      <a:pt x="6119" y="5696"/>
                      <a:pt x="4463" y="195"/>
                      <a:pt x="4463" y="195"/>
                    </a:cubicBezTo>
                    <a:lnTo>
                      <a:pt x="317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" name="Google Shape;131;p25"/>
              <p:cNvSpPr/>
              <p:nvPr/>
            </p:nvSpPr>
            <p:spPr>
              <a:xfrm>
                <a:off x="8176260" y="3083568"/>
                <a:ext cx="407583" cy="32222"/>
              </a:xfrm>
              <a:custGeom>
                <a:rect b="b" l="l" r="r" t="t"/>
                <a:pathLst>
                  <a:path extrusionOk="0" h="419" w="5300">
                    <a:moveTo>
                      <a:pt x="4071" y="0"/>
                    </a:moveTo>
                    <a:cubicBezTo>
                      <a:pt x="2715" y="0"/>
                      <a:pt x="1361" y="87"/>
                      <a:pt x="20" y="262"/>
                    </a:cubicBezTo>
                    <a:lnTo>
                      <a:pt x="0" y="418"/>
                    </a:lnTo>
                    <a:cubicBezTo>
                      <a:pt x="1362" y="242"/>
                      <a:pt x="2732" y="156"/>
                      <a:pt x="4100" y="156"/>
                    </a:cubicBezTo>
                    <a:cubicBezTo>
                      <a:pt x="4500" y="156"/>
                      <a:pt x="4900" y="163"/>
                      <a:pt x="5300" y="178"/>
                    </a:cubicBezTo>
                    <a:lnTo>
                      <a:pt x="5261" y="22"/>
                    </a:lnTo>
                    <a:cubicBezTo>
                      <a:pt x="4864" y="7"/>
                      <a:pt x="4468" y="0"/>
                      <a:pt x="407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" name="Google Shape;132;p25"/>
              <p:cNvSpPr/>
              <p:nvPr/>
            </p:nvSpPr>
            <p:spPr>
              <a:xfrm>
                <a:off x="8197178" y="2867851"/>
                <a:ext cx="332219" cy="36144"/>
              </a:xfrm>
              <a:custGeom>
                <a:rect b="b" l="l" r="r" t="t"/>
                <a:pathLst>
                  <a:path extrusionOk="0" h="470" w="4320">
                    <a:moveTo>
                      <a:pt x="3209" y="0"/>
                    </a:moveTo>
                    <a:cubicBezTo>
                      <a:pt x="2139" y="0"/>
                      <a:pt x="1071" y="103"/>
                      <a:pt x="14" y="307"/>
                    </a:cubicBezTo>
                    <a:lnTo>
                      <a:pt x="1" y="470"/>
                    </a:lnTo>
                    <a:cubicBezTo>
                      <a:pt x="1055" y="263"/>
                      <a:pt x="2128" y="159"/>
                      <a:pt x="3199" y="159"/>
                    </a:cubicBezTo>
                    <a:cubicBezTo>
                      <a:pt x="3573" y="159"/>
                      <a:pt x="3947" y="172"/>
                      <a:pt x="4320" y="197"/>
                    </a:cubicBezTo>
                    <a:lnTo>
                      <a:pt x="4281" y="35"/>
                    </a:lnTo>
                    <a:cubicBezTo>
                      <a:pt x="3923" y="12"/>
                      <a:pt x="3566" y="0"/>
                      <a:pt x="320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" name="Google Shape;133;p25"/>
              <p:cNvSpPr/>
              <p:nvPr/>
            </p:nvSpPr>
            <p:spPr>
              <a:xfrm>
                <a:off x="8186719" y="2918378"/>
                <a:ext cx="83516" cy="152421"/>
              </a:xfrm>
              <a:custGeom>
                <a:rect b="b" l="l" r="r" t="t"/>
                <a:pathLst>
                  <a:path extrusionOk="0" h="1982" w="1086">
                    <a:moveTo>
                      <a:pt x="410" y="1"/>
                    </a:moveTo>
                    <a:lnTo>
                      <a:pt x="52" y="663"/>
                    </a:lnTo>
                    <a:lnTo>
                      <a:pt x="0" y="1228"/>
                    </a:lnTo>
                    <a:lnTo>
                      <a:pt x="533" y="1982"/>
                    </a:lnTo>
                    <a:lnTo>
                      <a:pt x="1085" y="956"/>
                    </a:lnTo>
                    <a:lnTo>
                      <a:pt x="41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" name="Google Shape;134;p25"/>
              <p:cNvSpPr/>
              <p:nvPr/>
            </p:nvSpPr>
            <p:spPr>
              <a:xfrm>
                <a:off x="8270161" y="2912456"/>
                <a:ext cx="94436" cy="152344"/>
              </a:xfrm>
              <a:custGeom>
                <a:rect b="b" l="l" r="r" t="t"/>
                <a:pathLst>
                  <a:path extrusionOk="0" h="1981" w="1228">
                    <a:moveTo>
                      <a:pt x="552" y="0"/>
                    </a:moveTo>
                    <a:lnTo>
                      <a:pt x="0" y="1033"/>
                    </a:lnTo>
                    <a:lnTo>
                      <a:pt x="675" y="1981"/>
                    </a:lnTo>
                    <a:lnTo>
                      <a:pt x="1227" y="955"/>
                    </a:lnTo>
                    <a:lnTo>
                      <a:pt x="55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" name="Google Shape;135;p25"/>
              <p:cNvSpPr/>
              <p:nvPr/>
            </p:nvSpPr>
            <p:spPr>
              <a:xfrm>
                <a:off x="8364522" y="2906458"/>
                <a:ext cx="94436" cy="152344"/>
              </a:xfrm>
              <a:custGeom>
                <a:rect b="b" l="l" r="r" t="t"/>
                <a:pathLst>
                  <a:path extrusionOk="0" h="1981" w="1228">
                    <a:moveTo>
                      <a:pt x="553" y="0"/>
                    </a:moveTo>
                    <a:lnTo>
                      <a:pt x="0" y="1033"/>
                    </a:lnTo>
                    <a:lnTo>
                      <a:pt x="676" y="1981"/>
                    </a:lnTo>
                    <a:lnTo>
                      <a:pt x="1228" y="955"/>
                    </a:lnTo>
                    <a:lnTo>
                      <a:pt x="553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" name="Google Shape;136;p25"/>
              <p:cNvSpPr/>
              <p:nvPr/>
            </p:nvSpPr>
            <p:spPr>
              <a:xfrm>
                <a:off x="8458884" y="2900459"/>
                <a:ext cx="94513" cy="152882"/>
              </a:xfrm>
              <a:custGeom>
                <a:rect b="b" l="l" r="r" t="t"/>
                <a:pathLst>
                  <a:path extrusionOk="0" h="1988" w="1229">
                    <a:moveTo>
                      <a:pt x="553" y="0"/>
                    </a:moveTo>
                    <a:lnTo>
                      <a:pt x="1" y="1033"/>
                    </a:lnTo>
                    <a:lnTo>
                      <a:pt x="676" y="1988"/>
                    </a:lnTo>
                    <a:lnTo>
                      <a:pt x="1228" y="955"/>
                    </a:lnTo>
                    <a:lnTo>
                      <a:pt x="553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" name="Google Shape;137;p25"/>
              <p:cNvSpPr/>
              <p:nvPr/>
            </p:nvSpPr>
            <p:spPr>
              <a:xfrm>
                <a:off x="8164263" y="2340825"/>
                <a:ext cx="311686" cy="281232"/>
              </a:xfrm>
              <a:custGeom>
                <a:rect b="b" l="l" r="r" t="t"/>
                <a:pathLst>
                  <a:path extrusionOk="0" h="3657" w="4053">
                    <a:moveTo>
                      <a:pt x="1693" y="1"/>
                    </a:moveTo>
                    <a:cubicBezTo>
                      <a:pt x="1526" y="1"/>
                      <a:pt x="1357" y="14"/>
                      <a:pt x="1189" y="42"/>
                    </a:cubicBezTo>
                    <a:cubicBezTo>
                      <a:pt x="812" y="120"/>
                      <a:pt x="442" y="322"/>
                      <a:pt x="234" y="653"/>
                    </a:cubicBezTo>
                    <a:cubicBezTo>
                      <a:pt x="20" y="978"/>
                      <a:pt x="0" y="1432"/>
                      <a:pt x="234" y="1744"/>
                    </a:cubicBezTo>
                    <a:cubicBezTo>
                      <a:pt x="104" y="2043"/>
                      <a:pt x="104" y="2387"/>
                      <a:pt x="247" y="2686"/>
                    </a:cubicBezTo>
                    <a:cubicBezTo>
                      <a:pt x="383" y="2971"/>
                      <a:pt x="611" y="3199"/>
                      <a:pt x="896" y="3348"/>
                    </a:cubicBezTo>
                    <a:cubicBezTo>
                      <a:pt x="1176" y="3491"/>
                      <a:pt x="1481" y="3575"/>
                      <a:pt x="1793" y="3601"/>
                    </a:cubicBezTo>
                    <a:cubicBezTo>
                      <a:pt x="2010" y="3626"/>
                      <a:pt x="2237" y="3656"/>
                      <a:pt x="2458" y="3656"/>
                    </a:cubicBezTo>
                    <a:cubicBezTo>
                      <a:pt x="2705" y="3656"/>
                      <a:pt x="2944" y="3618"/>
                      <a:pt x="3150" y="3491"/>
                    </a:cubicBezTo>
                    <a:cubicBezTo>
                      <a:pt x="3728" y="3114"/>
                      <a:pt x="4053" y="2452"/>
                      <a:pt x="3994" y="1770"/>
                    </a:cubicBezTo>
                    <a:cubicBezTo>
                      <a:pt x="3975" y="1562"/>
                      <a:pt x="3897" y="1335"/>
                      <a:pt x="3709" y="1257"/>
                    </a:cubicBezTo>
                    <a:cubicBezTo>
                      <a:pt x="3747" y="926"/>
                      <a:pt x="3546" y="601"/>
                      <a:pt x="3280" y="406"/>
                    </a:cubicBezTo>
                    <a:cubicBezTo>
                      <a:pt x="3007" y="211"/>
                      <a:pt x="2676" y="127"/>
                      <a:pt x="2351" y="68"/>
                    </a:cubicBezTo>
                    <a:cubicBezTo>
                      <a:pt x="2134" y="24"/>
                      <a:pt x="1914" y="1"/>
                      <a:pt x="169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" name="Google Shape;138;p25"/>
              <p:cNvSpPr/>
              <p:nvPr/>
            </p:nvSpPr>
            <p:spPr>
              <a:xfrm>
                <a:off x="8194717" y="2394120"/>
                <a:ext cx="228324" cy="389280"/>
              </a:xfrm>
              <a:custGeom>
                <a:rect b="b" l="l" r="r" t="t"/>
                <a:pathLst>
                  <a:path extrusionOk="0" h="5062" w="2969">
                    <a:moveTo>
                      <a:pt x="1515" y="1"/>
                    </a:moveTo>
                    <a:cubicBezTo>
                      <a:pt x="878" y="1"/>
                      <a:pt x="237" y="303"/>
                      <a:pt x="156" y="746"/>
                    </a:cubicBezTo>
                    <a:cubicBezTo>
                      <a:pt x="20" y="1493"/>
                      <a:pt x="0" y="2038"/>
                      <a:pt x="59" y="2441"/>
                    </a:cubicBezTo>
                    <a:cubicBezTo>
                      <a:pt x="59" y="2447"/>
                      <a:pt x="59" y="2447"/>
                      <a:pt x="59" y="2454"/>
                    </a:cubicBezTo>
                    <a:cubicBezTo>
                      <a:pt x="65" y="2467"/>
                      <a:pt x="65" y="2473"/>
                      <a:pt x="65" y="2486"/>
                    </a:cubicBezTo>
                    <a:cubicBezTo>
                      <a:pt x="65" y="2493"/>
                      <a:pt x="65" y="2499"/>
                      <a:pt x="65" y="2506"/>
                    </a:cubicBezTo>
                    <a:cubicBezTo>
                      <a:pt x="65" y="2506"/>
                      <a:pt x="65" y="2512"/>
                      <a:pt x="65" y="2519"/>
                    </a:cubicBezTo>
                    <a:cubicBezTo>
                      <a:pt x="91" y="2668"/>
                      <a:pt x="137" y="2817"/>
                      <a:pt x="202" y="2954"/>
                    </a:cubicBezTo>
                    <a:cubicBezTo>
                      <a:pt x="286" y="3116"/>
                      <a:pt x="397" y="3259"/>
                      <a:pt x="533" y="3376"/>
                    </a:cubicBezTo>
                    <a:cubicBezTo>
                      <a:pt x="689" y="3506"/>
                      <a:pt x="825" y="3590"/>
                      <a:pt x="942" y="3675"/>
                    </a:cubicBezTo>
                    <a:lnTo>
                      <a:pt x="1026" y="3733"/>
                    </a:lnTo>
                    <a:lnTo>
                      <a:pt x="1078" y="3772"/>
                    </a:lnTo>
                    <a:lnTo>
                      <a:pt x="1085" y="3779"/>
                    </a:lnTo>
                    <a:cubicBezTo>
                      <a:pt x="1098" y="3785"/>
                      <a:pt x="1104" y="3798"/>
                      <a:pt x="1117" y="3805"/>
                    </a:cubicBezTo>
                    <a:cubicBezTo>
                      <a:pt x="1130" y="3818"/>
                      <a:pt x="1137" y="3831"/>
                      <a:pt x="1150" y="3844"/>
                    </a:cubicBezTo>
                    <a:cubicBezTo>
                      <a:pt x="1306" y="3993"/>
                      <a:pt x="1397" y="4214"/>
                      <a:pt x="1397" y="4675"/>
                    </a:cubicBezTo>
                    <a:cubicBezTo>
                      <a:pt x="1506" y="4933"/>
                      <a:pt x="1744" y="5061"/>
                      <a:pt x="1983" y="5061"/>
                    </a:cubicBezTo>
                    <a:cubicBezTo>
                      <a:pt x="2225" y="5061"/>
                      <a:pt x="2468" y="4930"/>
                      <a:pt x="2579" y="4668"/>
                    </a:cubicBezTo>
                    <a:cubicBezTo>
                      <a:pt x="2572" y="4266"/>
                      <a:pt x="2605" y="3870"/>
                      <a:pt x="2683" y="3480"/>
                    </a:cubicBezTo>
                    <a:cubicBezTo>
                      <a:pt x="2748" y="3155"/>
                      <a:pt x="2838" y="2830"/>
                      <a:pt x="2968" y="2525"/>
                    </a:cubicBezTo>
                    <a:cubicBezTo>
                      <a:pt x="2968" y="2525"/>
                      <a:pt x="2955" y="2174"/>
                      <a:pt x="2936" y="1759"/>
                    </a:cubicBezTo>
                    <a:cubicBezTo>
                      <a:pt x="2897" y="1317"/>
                      <a:pt x="2832" y="804"/>
                      <a:pt x="2715" y="596"/>
                    </a:cubicBezTo>
                    <a:cubicBezTo>
                      <a:pt x="2482" y="176"/>
                      <a:pt x="2000" y="1"/>
                      <a:pt x="1515" y="1"/>
                    </a:cubicBezTo>
                    <a:close/>
                  </a:path>
                </a:pathLst>
              </a:custGeom>
              <a:solidFill>
                <a:srgbClr val="F8C3A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" name="Google Shape;139;p25"/>
              <p:cNvSpPr/>
              <p:nvPr/>
            </p:nvSpPr>
            <p:spPr>
              <a:xfrm>
                <a:off x="8210175" y="2522320"/>
                <a:ext cx="212866" cy="167109"/>
              </a:xfrm>
              <a:custGeom>
                <a:rect b="b" l="l" r="r" t="t"/>
                <a:pathLst>
                  <a:path extrusionOk="0" h="2173" w="2768">
                    <a:moveTo>
                      <a:pt x="2514" y="1"/>
                    </a:moveTo>
                    <a:cubicBezTo>
                      <a:pt x="2436" y="254"/>
                      <a:pt x="2339" y="494"/>
                      <a:pt x="2215" y="728"/>
                    </a:cubicBezTo>
                    <a:cubicBezTo>
                      <a:pt x="2085" y="962"/>
                      <a:pt x="1891" y="1157"/>
                      <a:pt x="1657" y="1280"/>
                    </a:cubicBezTo>
                    <a:cubicBezTo>
                      <a:pt x="1507" y="1098"/>
                      <a:pt x="1313" y="969"/>
                      <a:pt x="1085" y="904"/>
                    </a:cubicBezTo>
                    <a:cubicBezTo>
                      <a:pt x="990" y="873"/>
                      <a:pt x="892" y="858"/>
                      <a:pt x="793" y="858"/>
                    </a:cubicBezTo>
                    <a:cubicBezTo>
                      <a:pt x="663" y="858"/>
                      <a:pt x="532" y="884"/>
                      <a:pt x="410" y="936"/>
                    </a:cubicBezTo>
                    <a:cubicBezTo>
                      <a:pt x="241" y="1014"/>
                      <a:pt x="98" y="1131"/>
                      <a:pt x="1" y="1287"/>
                    </a:cubicBezTo>
                    <a:cubicBezTo>
                      <a:pt x="79" y="1449"/>
                      <a:pt x="196" y="1592"/>
                      <a:pt x="332" y="1709"/>
                    </a:cubicBezTo>
                    <a:cubicBezTo>
                      <a:pt x="488" y="1832"/>
                      <a:pt x="624" y="1923"/>
                      <a:pt x="741" y="2001"/>
                    </a:cubicBezTo>
                    <a:lnTo>
                      <a:pt x="825" y="2066"/>
                    </a:lnTo>
                    <a:lnTo>
                      <a:pt x="877" y="2099"/>
                    </a:lnTo>
                    <a:cubicBezTo>
                      <a:pt x="1043" y="2148"/>
                      <a:pt x="1214" y="2173"/>
                      <a:pt x="1385" y="2173"/>
                    </a:cubicBezTo>
                    <a:cubicBezTo>
                      <a:pt x="1597" y="2173"/>
                      <a:pt x="1809" y="2135"/>
                      <a:pt x="2014" y="2060"/>
                    </a:cubicBezTo>
                    <a:cubicBezTo>
                      <a:pt x="2176" y="1995"/>
                      <a:pt x="2339" y="1917"/>
                      <a:pt x="2482" y="1813"/>
                    </a:cubicBezTo>
                    <a:cubicBezTo>
                      <a:pt x="2547" y="1488"/>
                      <a:pt x="2637" y="1163"/>
                      <a:pt x="2767" y="858"/>
                    </a:cubicBezTo>
                    <a:cubicBezTo>
                      <a:pt x="2767" y="858"/>
                      <a:pt x="2754" y="507"/>
                      <a:pt x="2722" y="92"/>
                    </a:cubicBezTo>
                    <a:cubicBezTo>
                      <a:pt x="2650" y="59"/>
                      <a:pt x="2585" y="27"/>
                      <a:pt x="251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" name="Google Shape;140;p25"/>
              <p:cNvSpPr/>
              <p:nvPr/>
            </p:nvSpPr>
            <p:spPr>
              <a:xfrm>
                <a:off x="8190180" y="2379970"/>
                <a:ext cx="244319" cy="180413"/>
              </a:xfrm>
              <a:custGeom>
                <a:rect b="b" l="l" r="r" t="t"/>
                <a:pathLst>
                  <a:path extrusionOk="0" h="2346" w="3177">
                    <a:moveTo>
                      <a:pt x="1688" y="0"/>
                    </a:moveTo>
                    <a:cubicBezTo>
                      <a:pt x="1588" y="0"/>
                      <a:pt x="1489" y="9"/>
                      <a:pt x="1391" y="27"/>
                    </a:cubicBezTo>
                    <a:cubicBezTo>
                      <a:pt x="1060" y="72"/>
                      <a:pt x="722" y="170"/>
                      <a:pt x="469" y="397"/>
                    </a:cubicBezTo>
                    <a:cubicBezTo>
                      <a:pt x="287" y="560"/>
                      <a:pt x="157" y="774"/>
                      <a:pt x="85" y="1008"/>
                    </a:cubicBezTo>
                    <a:cubicBezTo>
                      <a:pt x="27" y="1248"/>
                      <a:pt x="1" y="1488"/>
                      <a:pt x="7" y="1735"/>
                    </a:cubicBezTo>
                    <a:cubicBezTo>
                      <a:pt x="131" y="1514"/>
                      <a:pt x="215" y="1280"/>
                      <a:pt x="254" y="1034"/>
                    </a:cubicBezTo>
                    <a:cubicBezTo>
                      <a:pt x="499" y="1116"/>
                      <a:pt x="754" y="1157"/>
                      <a:pt x="1008" y="1157"/>
                    </a:cubicBezTo>
                    <a:cubicBezTo>
                      <a:pt x="1374" y="1157"/>
                      <a:pt x="1739" y="1072"/>
                      <a:pt x="2073" y="904"/>
                    </a:cubicBezTo>
                    <a:lnTo>
                      <a:pt x="2073" y="904"/>
                    </a:lnTo>
                    <a:cubicBezTo>
                      <a:pt x="2047" y="1157"/>
                      <a:pt x="2229" y="1391"/>
                      <a:pt x="2482" y="1436"/>
                    </a:cubicBezTo>
                    <a:cubicBezTo>
                      <a:pt x="2462" y="1625"/>
                      <a:pt x="2508" y="1819"/>
                      <a:pt x="2612" y="1988"/>
                    </a:cubicBezTo>
                    <a:cubicBezTo>
                      <a:pt x="2716" y="2151"/>
                      <a:pt x="2865" y="2281"/>
                      <a:pt x="3047" y="2345"/>
                    </a:cubicBezTo>
                    <a:cubicBezTo>
                      <a:pt x="3138" y="1923"/>
                      <a:pt x="3177" y="1482"/>
                      <a:pt x="3060" y="1060"/>
                    </a:cubicBezTo>
                    <a:cubicBezTo>
                      <a:pt x="2943" y="637"/>
                      <a:pt x="2657" y="248"/>
                      <a:pt x="2248" y="92"/>
                    </a:cubicBezTo>
                    <a:cubicBezTo>
                      <a:pt x="2069" y="32"/>
                      <a:pt x="1878" y="0"/>
                      <a:pt x="168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" name="Google Shape;141;p25"/>
              <p:cNvSpPr/>
              <p:nvPr/>
            </p:nvSpPr>
            <p:spPr>
              <a:xfrm>
                <a:off x="8209714" y="2505170"/>
                <a:ext cx="42988" cy="22225"/>
              </a:xfrm>
              <a:custGeom>
                <a:rect b="b" l="l" r="r" t="t"/>
                <a:pathLst>
                  <a:path extrusionOk="0" h="289" w="559">
                    <a:moveTo>
                      <a:pt x="472" y="0"/>
                    </a:moveTo>
                    <a:cubicBezTo>
                      <a:pt x="448" y="0"/>
                      <a:pt x="424" y="10"/>
                      <a:pt x="409" y="29"/>
                    </a:cubicBezTo>
                    <a:lnTo>
                      <a:pt x="396" y="36"/>
                    </a:lnTo>
                    <a:cubicBezTo>
                      <a:pt x="357" y="75"/>
                      <a:pt x="305" y="101"/>
                      <a:pt x="247" y="120"/>
                    </a:cubicBezTo>
                    <a:cubicBezTo>
                      <a:pt x="224" y="123"/>
                      <a:pt x="202" y="125"/>
                      <a:pt x="179" y="125"/>
                    </a:cubicBezTo>
                    <a:cubicBezTo>
                      <a:pt x="156" y="125"/>
                      <a:pt x="133" y="123"/>
                      <a:pt x="111" y="120"/>
                    </a:cubicBezTo>
                    <a:cubicBezTo>
                      <a:pt x="65" y="120"/>
                      <a:pt x="20" y="133"/>
                      <a:pt x="7" y="185"/>
                    </a:cubicBezTo>
                    <a:cubicBezTo>
                      <a:pt x="0" y="230"/>
                      <a:pt x="26" y="269"/>
                      <a:pt x="72" y="282"/>
                    </a:cubicBezTo>
                    <a:cubicBezTo>
                      <a:pt x="98" y="286"/>
                      <a:pt x="125" y="288"/>
                      <a:pt x="151" y="288"/>
                    </a:cubicBezTo>
                    <a:cubicBezTo>
                      <a:pt x="292" y="288"/>
                      <a:pt x="429" y="231"/>
                      <a:pt x="533" y="126"/>
                    </a:cubicBezTo>
                    <a:cubicBezTo>
                      <a:pt x="559" y="94"/>
                      <a:pt x="552" y="42"/>
                      <a:pt x="520" y="16"/>
                    </a:cubicBezTo>
                    <a:cubicBezTo>
                      <a:pt x="506" y="5"/>
                      <a:pt x="489" y="0"/>
                      <a:pt x="47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" name="Google Shape;142;p25"/>
              <p:cNvSpPr/>
              <p:nvPr/>
            </p:nvSpPr>
            <p:spPr>
              <a:xfrm>
                <a:off x="8287464" y="2505247"/>
                <a:ext cx="44142" cy="21225"/>
              </a:xfrm>
              <a:custGeom>
                <a:rect b="b" l="l" r="r" t="t"/>
                <a:pathLst>
                  <a:path extrusionOk="0" h="276" w="574">
                    <a:moveTo>
                      <a:pt x="275" y="87"/>
                    </a:moveTo>
                    <a:lnTo>
                      <a:pt x="275" y="87"/>
                    </a:lnTo>
                    <a:cubicBezTo>
                      <a:pt x="277" y="89"/>
                      <a:pt x="280" y="90"/>
                      <a:pt x="282" y="91"/>
                    </a:cubicBezTo>
                    <a:lnTo>
                      <a:pt x="282" y="91"/>
                    </a:lnTo>
                    <a:cubicBezTo>
                      <a:pt x="281" y="91"/>
                      <a:pt x="279" y="89"/>
                      <a:pt x="275" y="87"/>
                    </a:cubicBezTo>
                    <a:close/>
                    <a:moveTo>
                      <a:pt x="112" y="0"/>
                    </a:moveTo>
                    <a:cubicBezTo>
                      <a:pt x="50" y="0"/>
                      <a:pt x="1" y="76"/>
                      <a:pt x="48" y="138"/>
                    </a:cubicBezTo>
                    <a:cubicBezTo>
                      <a:pt x="142" y="228"/>
                      <a:pt x="267" y="276"/>
                      <a:pt x="393" y="276"/>
                    </a:cubicBezTo>
                    <a:cubicBezTo>
                      <a:pt x="432" y="276"/>
                      <a:pt x="471" y="271"/>
                      <a:pt x="509" y="262"/>
                    </a:cubicBezTo>
                    <a:cubicBezTo>
                      <a:pt x="554" y="249"/>
                      <a:pt x="574" y="203"/>
                      <a:pt x="561" y="158"/>
                    </a:cubicBezTo>
                    <a:cubicBezTo>
                      <a:pt x="550" y="126"/>
                      <a:pt x="517" y="103"/>
                      <a:pt x="481" y="103"/>
                    </a:cubicBezTo>
                    <a:cubicBezTo>
                      <a:pt x="473" y="103"/>
                      <a:pt x="465" y="104"/>
                      <a:pt x="457" y="106"/>
                    </a:cubicBezTo>
                    <a:lnTo>
                      <a:pt x="347" y="106"/>
                    </a:lnTo>
                    <a:cubicBezTo>
                      <a:pt x="327" y="106"/>
                      <a:pt x="314" y="100"/>
                      <a:pt x="295" y="100"/>
                    </a:cubicBezTo>
                    <a:cubicBezTo>
                      <a:pt x="290" y="95"/>
                      <a:pt x="286" y="94"/>
                      <a:pt x="282" y="91"/>
                    </a:cubicBezTo>
                    <a:lnTo>
                      <a:pt x="282" y="91"/>
                    </a:lnTo>
                    <a:cubicBezTo>
                      <a:pt x="282" y="92"/>
                      <a:pt x="282" y="92"/>
                      <a:pt x="282" y="92"/>
                    </a:cubicBezTo>
                    <a:cubicBezTo>
                      <a:pt x="279" y="92"/>
                      <a:pt x="266" y="87"/>
                      <a:pt x="262" y="87"/>
                    </a:cubicBezTo>
                    <a:cubicBezTo>
                      <a:pt x="249" y="80"/>
                      <a:pt x="236" y="74"/>
                      <a:pt x="217" y="67"/>
                    </a:cubicBezTo>
                    <a:lnTo>
                      <a:pt x="204" y="54"/>
                    </a:lnTo>
                    <a:lnTo>
                      <a:pt x="197" y="54"/>
                    </a:lnTo>
                    <a:cubicBezTo>
                      <a:pt x="184" y="41"/>
                      <a:pt x="171" y="28"/>
                      <a:pt x="158" y="15"/>
                    </a:cubicBezTo>
                    <a:cubicBezTo>
                      <a:pt x="143" y="5"/>
                      <a:pt x="127" y="0"/>
                      <a:pt x="11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" name="Google Shape;143;p25"/>
              <p:cNvSpPr/>
              <p:nvPr/>
            </p:nvSpPr>
            <p:spPr>
              <a:xfrm>
                <a:off x="8294078" y="2542853"/>
                <a:ext cx="20072" cy="17226"/>
              </a:xfrm>
              <a:custGeom>
                <a:rect b="b" l="l" r="r" t="t"/>
                <a:pathLst>
                  <a:path extrusionOk="0" h="224" w="261">
                    <a:moveTo>
                      <a:pt x="144" y="0"/>
                    </a:moveTo>
                    <a:cubicBezTo>
                      <a:pt x="46" y="0"/>
                      <a:pt x="1" y="124"/>
                      <a:pt x="72" y="195"/>
                    </a:cubicBezTo>
                    <a:cubicBezTo>
                      <a:pt x="94" y="215"/>
                      <a:pt x="120" y="224"/>
                      <a:pt x="146" y="224"/>
                    </a:cubicBezTo>
                    <a:cubicBezTo>
                      <a:pt x="204" y="224"/>
                      <a:pt x="261" y="178"/>
                      <a:pt x="261" y="111"/>
                    </a:cubicBezTo>
                    <a:cubicBezTo>
                      <a:pt x="261" y="46"/>
                      <a:pt x="209" y="0"/>
                      <a:pt x="14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" name="Google Shape;144;p25"/>
              <p:cNvSpPr/>
              <p:nvPr/>
            </p:nvSpPr>
            <p:spPr>
              <a:xfrm>
                <a:off x="8300615" y="2545237"/>
                <a:ext cx="5076" cy="4691"/>
              </a:xfrm>
              <a:custGeom>
                <a:rect b="b" l="l" r="r" t="t"/>
                <a:pathLst>
                  <a:path extrusionOk="0" h="61" w="66">
                    <a:moveTo>
                      <a:pt x="38" y="0"/>
                    </a:moveTo>
                    <a:cubicBezTo>
                      <a:pt x="36" y="0"/>
                      <a:pt x="34" y="1"/>
                      <a:pt x="33" y="2"/>
                    </a:cubicBezTo>
                    <a:cubicBezTo>
                      <a:pt x="13" y="2"/>
                      <a:pt x="0" y="15"/>
                      <a:pt x="0" y="28"/>
                    </a:cubicBezTo>
                    <a:cubicBezTo>
                      <a:pt x="0" y="47"/>
                      <a:pt x="13" y="60"/>
                      <a:pt x="33" y="60"/>
                    </a:cubicBezTo>
                    <a:cubicBezTo>
                      <a:pt x="46" y="60"/>
                      <a:pt x="65" y="47"/>
                      <a:pt x="65" y="28"/>
                    </a:cubicBezTo>
                    <a:cubicBezTo>
                      <a:pt x="65" y="16"/>
                      <a:pt x="51" y="0"/>
                      <a:pt x="3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25"/>
              <p:cNvSpPr/>
              <p:nvPr/>
            </p:nvSpPr>
            <p:spPr>
              <a:xfrm>
                <a:off x="8223710" y="2544238"/>
                <a:ext cx="17534" cy="17303"/>
              </a:xfrm>
              <a:custGeom>
                <a:rect b="b" l="l" r="r" t="t"/>
                <a:pathLst>
                  <a:path extrusionOk="0" h="225" w="228">
                    <a:moveTo>
                      <a:pt x="114" y="0"/>
                    </a:moveTo>
                    <a:cubicBezTo>
                      <a:pt x="57" y="0"/>
                      <a:pt x="0" y="37"/>
                      <a:pt x="0" y="112"/>
                    </a:cubicBezTo>
                    <a:cubicBezTo>
                      <a:pt x="0" y="187"/>
                      <a:pt x="57" y="224"/>
                      <a:pt x="114" y="224"/>
                    </a:cubicBezTo>
                    <a:cubicBezTo>
                      <a:pt x="171" y="224"/>
                      <a:pt x="227" y="187"/>
                      <a:pt x="227" y="112"/>
                    </a:cubicBezTo>
                    <a:cubicBezTo>
                      <a:pt x="227" y="37"/>
                      <a:pt x="171" y="0"/>
                      <a:pt x="11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25"/>
              <p:cNvSpPr/>
              <p:nvPr/>
            </p:nvSpPr>
            <p:spPr>
              <a:xfrm>
                <a:off x="8227709" y="2546852"/>
                <a:ext cx="4537" cy="5076"/>
              </a:xfrm>
              <a:custGeom>
                <a:rect b="b" l="l" r="r" t="t"/>
                <a:pathLst>
                  <a:path extrusionOk="0" h="66" w="59">
                    <a:moveTo>
                      <a:pt x="26" y="0"/>
                    </a:moveTo>
                    <a:cubicBezTo>
                      <a:pt x="13" y="0"/>
                      <a:pt x="0" y="13"/>
                      <a:pt x="0" y="33"/>
                    </a:cubicBezTo>
                    <a:cubicBezTo>
                      <a:pt x="0" y="46"/>
                      <a:pt x="13" y="65"/>
                      <a:pt x="32" y="65"/>
                    </a:cubicBezTo>
                    <a:cubicBezTo>
                      <a:pt x="45" y="59"/>
                      <a:pt x="58" y="46"/>
                      <a:pt x="58" y="33"/>
                    </a:cubicBezTo>
                    <a:cubicBezTo>
                      <a:pt x="58" y="13"/>
                      <a:pt x="45" y="0"/>
                      <a:pt x="2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25"/>
              <p:cNvSpPr/>
              <p:nvPr/>
            </p:nvSpPr>
            <p:spPr>
              <a:xfrm>
                <a:off x="8398976" y="2541085"/>
                <a:ext cx="68520" cy="64060"/>
              </a:xfrm>
              <a:custGeom>
                <a:rect b="b" l="l" r="r" t="t"/>
                <a:pathLst>
                  <a:path extrusionOk="0" h="833" w="891">
                    <a:moveTo>
                      <a:pt x="529" y="0"/>
                    </a:moveTo>
                    <a:cubicBezTo>
                      <a:pt x="403" y="0"/>
                      <a:pt x="267" y="63"/>
                      <a:pt x="169" y="186"/>
                    </a:cubicBezTo>
                    <a:cubicBezTo>
                      <a:pt x="7" y="380"/>
                      <a:pt x="1" y="640"/>
                      <a:pt x="156" y="764"/>
                    </a:cubicBezTo>
                    <a:cubicBezTo>
                      <a:pt x="212" y="810"/>
                      <a:pt x="283" y="832"/>
                      <a:pt x="357" y="832"/>
                    </a:cubicBezTo>
                    <a:cubicBezTo>
                      <a:pt x="482" y="832"/>
                      <a:pt x="620" y="769"/>
                      <a:pt x="721" y="647"/>
                    </a:cubicBezTo>
                    <a:cubicBezTo>
                      <a:pt x="884" y="452"/>
                      <a:pt x="890" y="192"/>
                      <a:pt x="734" y="69"/>
                    </a:cubicBezTo>
                    <a:cubicBezTo>
                      <a:pt x="676" y="23"/>
                      <a:pt x="604" y="0"/>
                      <a:pt x="529" y="0"/>
                    </a:cubicBezTo>
                    <a:close/>
                  </a:path>
                </a:pathLst>
              </a:custGeom>
              <a:solidFill>
                <a:srgbClr val="F8C3A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" name="Google Shape;148;p25"/>
              <p:cNvSpPr/>
              <p:nvPr/>
            </p:nvSpPr>
            <p:spPr>
              <a:xfrm>
                <a:off x="8276621" y="2718657"/>
                <a:ext cx="72519" cy="101973"/>
              </a:xfrm>
              <a:custGeom>
                <a:rect b="b" l="l" r="r" t="t"/>
                <a:pathLst>
                  <a:path extrusionOk="0" h="1326" w="943">
                    <a:moveTo>
                      <a:pt x="286" y="0"/>
                    </a:moveTo>
                    <a:lnTo>
                      <a:pt x="0" y="221"/>
                    </a:lnTo>
                    <a:lnTo>
                      <a:pt x="423" y="1325"/>
                    </a:lnTo>
                    <a:lnTo>
                      <a:pt x="942" y="838"/>
                    </a:lnTo>
                    <a:lnTo>
                      <a:pt x="28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" name="Google Shape;149;p25"/>
              <p:cNvSpPr/>
              <p:nvPr/>
            </p:nvSpPr>
            <p:spPr>
              <a:xfrm>
                <a:off x="8349065" y="2704660"/>
                <a:ext cx="74442" cy="112970"/>
              </a:xfrm>
              <a:custGeom>
                <a:rect b="b" l="l" r="r" t="t"/>
                <a:pathLst>
                  <a:path extrusionOk="0" h="1469" w="968">
                    <a:moveTo>
                      <a:pt x="598" y="0"/>
                    </a:moveTo>
                    <a:lnTo>
                      <a:pt x="0" y="1020"/>
                    </a:lnTo>
                    <a:lnTo>
                      <a:pt x="546" y="1468"/>
                    </a:lnTo>
                    <a:lnTo>
                      <a:pt x="968" y="202"/>
                    </a:lnTo>
                    <a:lnTo>
                      <a:pt x="59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25"/>
              <p:cNvSpPr/>
              <p:nvPr/>
            </p:nvSpPr>
            <p:spPr>
              <a:xfrm>
                <a:off x="7613320" y="3283289"/>
                <a:ext cx="111970" cy="81209"/>
              </a:xfrm>
              <a:custGeom>
                <a:rect b="b" l="l" r="r" t="t"/>
                <a:pathLst>
                  <a:path extrusionOk="0" h="1056" w="1456">
                    <a:moveTo>
                      <a:pt x="572" y="1"/>
                    </a:moveTo>
                    <a:cubicBezTo>
                      <a:pt x="437" y="1"/>
                      <a:pt x="183" y="279"/>
                      <a:pt x="136" y="279"/>
                    </a:cubicBezTo>
                    <a:cubicBezTo>
                      <a:pt x="134" y="279"/>
                      <a:pt x="132" y="278"/>
                      <a:pt x="131" y="276"/>
                    </a:cubicBezTo>
                    <a:cubicBezTo>
                      <a:pt x="46" y="341"/>
                      <a:pt x="1" y="452"/>
                      <a:pt x="27" y="555"/>
                    </a:cubicBezTo>
                    <a:cubicBezTo>
                      <a:pt x="53" y="748"/>
                      <a:pt x="581" y="1056"/>
                      <a:pt x="932" y="1056"/>
                    </a:cubicBezTo>
                    <a:cubicBezTo>
                      <a:pt x="935" y="1056"/>
                      <a:pt x="939" y="1056"/>
                      <a:pt x="943" y="1056"/>
                    </a:cubicBezTo>
                    <a:cubicBezTo>
                      <a:pt x="1287" y="1043"/>
                      <a:pt x="1456" y="504"/>
                      <a:pt x="1358" y="452"/>
                    </a:cubicBezTo>
                    <a:cubicBezTo>
                      <a:pt x="1350" y="448"/>
                      <a:pt x="1342" y="446"/>
                      <a:pt x="1332" y="446"/>
                    </a:cubicBezTo>
                    <a:cubicBezTo>
                      <a:pt x="1231" y="446"/>
                      <a:pt x="1072" y="659"/>
                      <a:pt x="1072" y="659"/>
                    </a:cubicBezTo>
                    <a:cubicBezTo>
                      <a:pt x="1072" y="659"/>
                      <a:pt x="1261" y="354"/>
                      <a:pt x="1144" y="296"/>
                    </a:cubicBezTo>
                    <a:cubicBezTo>
                      <a:pt x="1135" y="292"/>
                      <a:pt x="1126" y="290"/>
                      <a:pt x="1116" y="290"/>
                    </a:cubicBezTo>
                    <a:cubicBezTo>
                      <a:pt x="1011" y="290"/>
                      <a:pt x="839" y="484"/>
                      <a:pt x="839" y="484"/>
                    </a:cubicBezTo>
                    <a:cubicBezTo>
                      <a:pt x="839" y="484"/>
                      <a:pt x="1033" y="211"/>
                      <a:pt x="904" y="153"/>
                    </a:cubicBezTo>
                    <a:cubicBezTo>
                      <a:pt x="891" y="147"/>
                      <a:pt x="878" y="144"/>
                      <a:pt x="863" y="144"/>
                    </a:cubicBezTo>
                    <a:cubicBezTo>
                      <a:pt x="770" y="144"/>
                      <a:pt x="636" y="258"/>
                      <a:pt x="558" y="334"/>
                    </a:cubicBezTo>
                    <a:lnTo>
                      <a:pt x="558" y="334"/>
                    </a:lnTo>
                    <a:cubicBezTo>
                      <a:pt x="632" y="250"/>
                      <a:pt x="728" y="105"/>
                      <a:pt x="618" y="16"/>
                    </a:cubicBezTo>
                    <a:cubicBezTo>
                      <a:pt x="605" y="6"/>
                      <a:pt x="589" y="1"/>
                      <a:pt x="572" y="1"/>
                    </a:cubicBezTo>
                    <a:close/>
                  </a:path>
                </a:pathLst>
              </a:custGeom>
              <a:solidFill>
                <a:srgbClr val="F8C3A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25"/>
              <p:cNvSpPr/>
              <p:nvPr/>
            </p:nvSpPr>
            <p:spPr>
              <a:xfrm>
                <a:off x="7623009" y="3282290"/>
                <a:ext cx="41835" cy="34914"/>
              </a:xfrm>
              <a:custGeom>
                <a:rect b="b" l="l" r="r" t="t"/>
                <a:pathLst>
                  <a:path extrusionOk="0" h="454" w="544">
                    <a:moveTo>
                      <a:pt x="430" y="1"/>
                    </a:moveTo>
                    <a:cubicBezTo>
                      <a:pt x="423" y="1"/>
                      <a:pt x="415" y="2"/>
                      <a:pt x="407" y="3"/>
                    </a:cubicBezTo>
                    <a:cubicBezTo>
                      <a:pt x="342" y="23"/>
                      <a:pt x="284" y="55"/>
                      <a:pt x="239" y="107"/>
                    </a:cubicBezTo>
                    <a:cubicBezTo>
                      <a:pt x="167" y="166"/>
                      <a:pt x="89" y="218"/>
                      <a:pt x="11" y="270"/>
                    </a:cubicBezTo>
                    <a:cubicBezTo>
                      <a:pt x="1" y="275"/>
                      <a:pt x="7" y="284"/>
                      <a:pt x="14" y="284"/>
                    </a:cubicBezTo>
                    <a:cubicBezTo>
                      <a:pt x="15" y="284"/>
                      <a:pt x="16" y="284"/>
                      <a:pt x="18" y="283"/>
                    </a:cubicBezTo>
                    <a:lnTo>
                      <a:pt x="24" y="296"/>
                    </a:lnTo>
                    <a:cubicBezTo>
                      <a:pt x="96" y="250"/>
                      <a:pt x="161" y="198"/>
                      <a:pt x="232" y="146"/>
                    </a:cubicBezTo>
                    <a:cubicBezTo>
                      <a:pt x="288" y="103"/>
                      <a:pt x="350" y="29"/>
                      <a:pt x="430" y="29"/>
                    </a:cubicBezTo>
                    <a:cubicBezTo>
                      <a:pt x="433" y="29"/>
                      <a:pt x="437" y="29"/>
                      <a:pt x="440" y="29"/>
                    </a:cubicBezTo>
                    <a:cubicBezTo>
                      <a:pt x="485" y="29"/>
                      <a:pt x="518" y="62"/>
                      <a:pt x="524" y="107"/>
                    </a:cubicBezTo>
                    <a:cubicBezTo>
                      <a:pt x="524" y="153"/>
                      <a:pt x="511" y="192"/>
                      <a:pt x="492" y="231"/>
                    </a:cubicBezTo>
                    <a:cubicBezTo>
                      <a:pt x="453" y="302"/>
                      <a:pt x="401" y="374"/>
                      <a:pt x="342" y="439"/>
                    </a:cubicBezTo>
                    <a:cubicBezTo>
                      <a:pt x="337" y="444"/>
                      <a:pt x="345" y="453"/>
                      <a:pt x="351" y="453"/>
                    </a:cubicBezTo>
                    <a:cubicBezTo>
                      <a:pt x="353" y="453"/>
                      <a:pt x="354" y="453"/>
                      <a:pt x="355" y="452"/>
                    </a:cubicBezTo>
                    <a:cubicBezTo>
                      <a:pt x="407" y="400"/>
                      <a:pt x="453" y="335"/>
                      <a:pt x="492" y="270"/>
                    </a:cubicBezTo>
                    <a:cubicBezTo>
                      <a:pt x="531" y="218"/>
                      <a:pt x="544" y="153"/>
                      <a:pt x="537" y="81"/>
                    </a:cubicBezTo>
                    <a:cubicBezTo>
                      <a:pt x="526" y="36"/>
                      <a:pt x="480" y="1"/>
                      <a:pt x="430" y="1"/>
                    </a:cubicBezTo>
                    <a:close/>
                  </a:path>
                </a:pathLst>
              </a:custGeom>
              <a:solidFill>
                <a:srgbClr val="FFAC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25"/>
              <p:cNvSpPr/>
              <p:nvPr/>
            </p:nvSpPr>
            <p:spPr>
              <a:xfrm>
                <a:off x="7651926" y="3292825"/>
                <a:ext cx="35913" cy="32837"/>
              </a:xfrm>
              <a:custGeom>
                <a:rect b="b" l="l" r="r" t="t"/>
                <a:pathLst>
                  <a:path extrusionOk="0" h="427" w="467">
                    <a:moveTo>
                      <a:pt x="363" y="1"/>
                    </a:moveTo>
                    <a:cubicBezTo>
                      <a:pt x="357" y="1"/>
                      <a:pt x="350" y="1"/>
                      <a:pt x="343" y="3"/>
                    </a:cubicBezTo>
                    <a:cubicBezTo>
                      <a:pt x="272" y="9"/>
                      <a:pt x="213" y="42"/>
                      <a:pt x="168" y="94"/>
                    </a:cubicBezTo>
                    <a:cubicBezTo>
                      <a:pt x="122" y="152"/>
                      <a:pt x="64" y="211"/>
                      <a:pt x="5" y="263"/>
                    </a:cubicBezTo>
                    <a:cubicBezTo>
                      <a:pt x="1" y="272"/>
                      <a:pt x="6" y="281"/>
                      <a:pt x="14" y="281"/>
                    </a:cubicBezTo>
                    <a:cubicBezTo>
                      <a:pt x="17" y="281"/>
                      <a:pt x="21" y="279"/>
                      <a:pt x="25" y="276"/>
                    </a:cubicBezTo>
                    <a:lnTo>
                      <a:pt x="18" y="276"/>
                    </a:lnTo>
                    <a:cubicBezTo>
                      <a:pt x="70" y="230"/>
                      <a:pt x="122" y="178"/>
                      <a:pt x="174" y="120"/>
                    </a:cubicBezTo>
                    <a:cubicBezTo>
                      <a:pt x="213" y="75"/>
                      <a:pt x="280" y="17"/>
                      <a:pt x="348" y="17"/>
                    </a:cubicBezTo>
                    <a:cubicBezTo>
                      <a:pt x="359" y="17"/>
                      <a:pt x="371" y="19"/>
                      <a:pt x="382" y="22"/>
                    </a:cubicBezTo>
                    <a:cubicBezTo>
                      <a:pt x="467" y="48"/>
                      <a:pt x="428" y="178"/>
                      <a:pt x="402" y="237"/>
                    </a:cubicBezTo>
                    <a:cubicBezTo>
                      <a:pt x="369" y="308"/>
                      <a:pt x="324" y="360"/>
                      <a:pt x="265" y="405"/>
                    </a:cubicBezTo>
                    <a:cubicBezTo>
                      <a:pt x="260" y="416"/>
                      <a:pt x="263" y="427"/>
                      <a:pt x="272" y="427"/>
                    </a:cubicBezTo>
                    <a:cubicBezTo>
                      <a:pt x="274" y="427"/>
                      <a:pt x="276" y="426"/>
                      <a:pt x="278" y="425"/>
                    </a:cubicBezTo>
                    <a:cubicBezTo>
                      <a:pt x="324" y="386"/>
                      <a:pt x="369" y="341"/>
                      <a:pt x="402" y="289"/>
                    </a:cubicBezTo>
                    <a:cubicBezTo>
                      <a:pt x="441" y="230"/>
                      <a:pt x="460" y="165"/>
                      <a:pt x="460" y="94"/>
                    </a:cubicBezTo>
                    <a:cubicBezTo>
                      <a:pt x="454" y="42"/>
                      <a:pt x="413" y="1"/>
                      <a:pt x="363" y="1"/>
                    </a:cubicBezTo>
                    <a:close/>
                  </a:path>
                </a:pathLst>
              </a:custGeom>
              <a:solidFill>
                <a:srgbClr val="FFAC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25"/>
              <p:cNvSpPr/>
              <p:nvPr/>
            </p:nvSpPr>
            <p:spPr>
              <a:xfrm>
                <a:off x="7697453" y="3317435"/>
                <a:ext cx="23840" cy="42373"/>
              </a:xfrm>
              <a:custGeom>
                <a:rect b="b" l="l" r="r" t="t"/>
                <a:pathLst>
                  <a:path extrusionOk="0" h="551" w="310">
                    <a:moveTo>
                      <a:pt x="225" y="0"/>
                    </a:moveTo>
                    <a:cubicBezTo>
                      <a:pt x="214" y="0"/>
                      <a:pt x="203" y="3"/>
                      <a:pt x="193" y="8"/>
                    </a:cubicBezTo>
                    <a:cubicBezTo>
                      <a:pt x="154" y="27"/>
                      <a:pt x="128" y="47"/>
                      <a:pt x="95" y="66"/>
                    </a:cubicBezTo>
                    <a:cubicBezTo>
                      <a:pt x="63" y="92"/>
                      <a:pt x="37" y="118"/>
                      <a:pt x="11" y="150"/>
                    </a:cubicBezTo>
                    <a:cubicBezTo>
                      <a:pt x="0" y="156"/>
                      <a:pt x="7" y="165"/>
                      <a:pt x="17" y="165"/>
                    </a:cubicBezTo>
                    <a:cubicBezTo>
                      <a:pt x="19" y="165"/>
                      <a:pt x="21" y="165"/>
                      <a:pt x="24" y="163"/>
                    </a:cubicBezTo>
                    <a:lnTo>
                      <a:pt x="17" y="163"/>
                    </a:lnTo>
                    <a:cubicBezTo>
                      <a:pt x="63" y="118"/>
                      <a:pt x="108" y="79"/>
                      <a:pt x="160" y="47"/>
                    </a:cubicBezTo>
                    <a:cubicBezTo>
                      <a:pt x="181" y="33"/>
                      <a:pt x="206" y="21"/>
                      <a:pt x="229" y="21"/>
                    </a:cubicBezTo>
                    <a:cubicBezTo>
                      <a:pt x="249" y="21"/>
                      <a:pt x="268" y="31"/>
                      <a:pt x="277" y="60"/>
                    </a:cubicBezTo>
                    <a:cubicBezTo>
                      <a:pt x="277" y="98"/>
                      <a:pt x="277" y="137"/>
                      <a:pt x="258" y="176"/>
                    </a:cubicBezTo>
                    <a:cubicBezTo>
                      <a:pt x="225" y="313"/>
                      <a:pt x="147" y="436"/>
                      <a:pt x="43" y="534"/>
                    </a:cubicBezTo>
                    <a:cubicBezTo>
                      <a:pt x="34" y="539"/>
                      <a:pt x="39" y="551"/>
                      <a:pt x="47" y="551"/>
                    </a:cubicBezTo>
                    <a:cubicBezTo>
                      <a:pt x="50" y="551"/>
                      <a:pt x="53" y="550"/>
                      <a:pt x="56" y="547"/>
                    </a:cubicBezTo>
                    <a:cubicBezTo>
                      <a:pt x="180" y="436"/>
                      <a:pt x="271" y="280"/>
                      <a:pt x="297" y="111"/>
                    </a:cubicBezTo>
                    <a:cubicBezTo>
                      <a:pt x="310" y="79"/>
                      <a:pt x="297" y="40"/>
                      <a:pt x="277" y="14"/>
                    </a:cubicBezTo>
                    <a:cubicBezTo>
                      <a:pt x="261" y="6"/>
                      <a:pt x="243" y="0"/>
                      <a:pt x="225" y="0"/>
                    </a:cubicBezTo>
                    <a:close/>
                  </a:path>
                </a:pathLst>
              </a:custGeom>
              <a:solidFill>
                <a:srgbClr val="FFAC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" name="Google Shape;154;p25"/>
              <p:cNvSpPr/>
              <p:nvPr/>
            </p:nvSpPr>
            <p:spPr>
              <a:xfrm>
                <a:off x="7677996" y="3304515"/>
                <a:ext cx="28300" cy="32145"/>
              </a:xfrm>
              <a:custGeom>
                <a:rect b="b" l="l" r="r" t="t"/>
                <a:pathLst>
                  <a:path extrusionOk="0" h="418" w="368">
                    <a:moveTo>
                      <a:pt x="283" y="1"/>
                    </a:moveTo>
                    <a:cubicBezTo>
                      <a:pt x="242" y="1"/>
                      <a:pt x="204" y="25"/>
                      <a:pt x="173" y="46"/>
                    </a:cubicBezTo>
                    <a:cubicBezTo>
                      <a:pt x="115" y="85"/>
                      <a:pt x="56" y="124"/>
                      <a:pt x="11" y="176"/>
                    </a:cubicBezTo>
                    <a:cubicBezTo>
                      <a:pt x="0" y="181"/>
                      <a:pt x="11" y="190"/>
                      <a:pt x="19" y="190"/>
                    </a:cubicBezTo>
                    <a:cubicBezTo>
                      <a:pt x="21" y="190"/>
                      <a:pt x="22" y="190"/>
                      <a:pt x="24" y="189"/>
                    </a:cubicBezTo>
                    <a:lnTo>
                      <a:pt x="30" y="189"/>
                    </a:lnTo>
                    <a:cubicBezTo>
                      <a:pt x="76" y="143"/>
                      <a:pt x="128" y="98"/>
                      <a:pt x="179" y="65"/>
                    </a:cubicBezTo>
                    <a:cubicBezTo>
                      <a:pt x="205" y="39"/>
                      <a:pt x="238" y="26"/>
                      <a:pt x="270" y="20"/>
                    </a:cubicBezTo>
                    <a:cubicBezTo>
                      <a:pt x="309" y="20"/>
                      <a:pt x="342" y="46"/>
                      <a:pt x="335" y="85"/>
                    </a:cubicBezTo>
                    <a:cubicBezTo>
                      <a:pt x="335" y="143"/>
                      <a:pt x="316" y="208"/>
                      <a:pt x="290" y="260"/>
                    </a:cubicBezTo>
                    <a:cubicBezTo>
                      <a:pt x="257" y="312"/>
                      <a:pt x="225" y="357"/>
                      <a:pt x="179" y="403"/>
                    </a:cubicBezTo>
                    <a:cubicBezTo>
                      <a:pt x="174" y="408"/>
                      <a:pt x="182" y="418"/>
                      <a:pt x="188" y="418"/>
                    </a:cubicBezTo>
                    <a:cubicBezTo>
                      <a:pt x="190" y="418"/>
                      <a:pt x="191" y="417"/>
                      <a:pt x="192" y="416"/>
                    </a:cubicBezTo>
                    <a:cubicBezTo>
                      <a:pt x="270" y="338"/>
                      <a:pt x="329" y="247"/>
                      <a:pt x="348" y="137"/>
                    </a:cubicBezTo>
                    <a:cubicBezTo>
                      <a:pt x="361" y="91"/>
                      <a:pt x="368" y="33"/>
                      <a:pt x="316" y="7"/>
                    </a:cubicBezTo>
                    <a:cubicBezTo>
                      <a:pt x="305" y="3"/>
                      <a:pt x="294" y="1"/>
                      <a:pt x="283" y="1"/>
                    </a:cubicBezTo>
                    <a:close/>
                  </a:path>
                </a:pathLst>
              </a:custGeom>
              <a:solidFill>
                <a:srgbClr val="FFAC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" name="Google Shape;155;p25"/>
              <p:cNvSpPr/>
              <p:nvPr/>
            </p:nvSpPr>
            <p:spPr>
              <a:xfrm>
                <a:off x="8173261" y="2810788"/>
                <a:ext cx="32991" cy="363134"/>
              </a:xfrm>
              <a:custGeom>
                <a:rect b="b" l="l" r="r" t="t"/>
                <a:pathLst>
                  <a:path extrusionOk="0" h="4722" w="429">
                    <a:moveTo>
                      <a:pt x="418" y="0"/>
                    </a:moveTo>
                    <a:cubicBezTo>
                      <a:pt x="413" y="0"/>
                      <a:pt x="406" y="4"/>
                      <a:pt x="403" y="10"/>
                    </a:cubicBezTo>
                    <a:cubicBezTo>
                      <a:pt x="351" y="621"/>
                      <a:pt x="299" y="1238"/>
                      <a:pt x="247" y="1848"/>
                    </a:cubicBezTo>
                    <a:cubicBezTo>
                      <a:pt x="195" y="2459"/>
                      <a:pt x="143" y="3069"/>
                      <a:pt x="91" y="3680"/>
                    </a:cubicBezTo>
                    <a:cubicBezTo>
                      <a:pt x="59" y="4024"/>
                      <a:pt x="33" y="4368"/>
                      <a:pt x="0" y="4712"/>
                    </a:cubicBezTo>
                    <a:cubicBezTo>
                      <a:pt x="0" y="4719"/>
                      <a:pt x="7" y="4722"/>
                      <a:pt x="13" y="4722"/>
                    </a:cubicBezTo>
                    <a:cubicBezTo>
                      <a:pt x="20" y="4722"/>
                      <a:pt x="26" y="4719"/>
                      <a:pt x="26" y="4712"/>
                    </a:cubicBezTo>
                    <a:cubicBezTo>
                      <a:pt x="85" y="4102"/>
                      <a:pt x="136" y="3485"/>
                      <a:pt x="182" y="2874"/>
                    </a:cubicBezTo>
                    <a:cubicBezTo>
                      <a:pt x="234" y="2264"/>
                      <a:pt x="286" y="1653"/>
                      <a:pt x="344" y="1043"/>
                    </a:cubicBezTo>
                    <a:cubicBezTo>
                      <a:pt x="370" y="699"/>
                      <a:pt x="403" y="354"/>
                      <a:pt x="429" y="10"/>
                    </a:cubicBezTo>
                    <a:cubicBezTo>
                      <a:pt x="429" y="4"/>
                      <a:pt x="424" y="0"/>
                      <a:pt x="41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cap="flat" cmpd="sng" w="9525">
                <a:solidFill>
                  <a:schemeClr val="accent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25"/>
              <p:cNvSpPr/>
              <p:nvPr/>
            </p:nvSpPr>
            <p:spPr>
              <a:xfrm>
                <a:off x="8492568" y="2757186"/>
                <a:ext cx="88822" cy="328681"/>
              </a:xfrm>
              <a:custGeom>
                <a:rect b="b" l="l" r="r" t="t"/>
                <a:pathLst>
                  <a:path extrusionOk="0" h="4274" w="1155">
                    <a:moveTo>
                      <a:pt x="16" y="1"/>
                    </a:moveTo>
                    <a:cubicBezTo>
                      <a:pt x="8" y="1"/>
                      <a:pt x="1" y="7"/>
                      <a:pt x="5" y="19"/>
                    </a:cubicBezTo>
                    <a:cubicBezTo>
                      <a:pt x="82" y="292"/>
                      <a:pt x="160" y="564"/>
                      <a:pt x="238" y="844"/>
                    </a:cubicBezTo>
                    <a:cubicBezTo>
                      <a:pt x="310" y="1116"/>
                      <a:pt x="388" y="1396"/>
                      <a:pt x="459" y="1668"/>
                    </a:cubicBezTo>
                    <a:cubicBezTo>
                      <a:pt x="537" y="1948"/>
                      <a:pt x="609" y="2220"/>
                      <a:pt x="680" y="2500"/>
                    </a:cubicBezTo>
                    <a:cubicBezTo>
                      <a:pt x="751" y="2772"/>
                      <a:pt x="823" y="3052"/>
                      <a:pt x="894" y="3324"/>
                    </a:cubicBezTo>
                    <a:cubicBezTo>
                      <a:pt x="966" y="3604"/>
                      <a:pt x="1037" y="3883"/>
                      <a:pt x="1102" y="4156"/>
                    </a:cubicBezTo>
                    <a:cubicBezTo>
                      <a:pt x="1115" y="4195"/>
                      <a:pt x="1122" y="4227"/>
                      <a:pt x="1128" y="4266"/>
                    </a:cubicBezTo>
                    <a:cubicBezTo>
                      <a:pt x="1131" y="4271"/>
                      <a:pt x="1135" y="4273"/>
                      <a:pt x="1139" y="4273"/>
                    </a:cubicBezTo>
                    <a:cubicBezTo>
                      <a:pt x="1147" y="4273"/>
                      <a:pt x="1154" y="4268"/>
                      <a:pt x="1154" y="4260"/>
                    </a:cubicBezTo>
                    <a:cubicBezTo>
                      <a:pt x="1089" y="3980"/>
                      <a:pt x="1018" y="3701"/>
                      <a:pt x="946" y="3428"/>
                    </a:cubicBezTo>
                    <a:cubicBezTo>
                      <a:pt x="875" y="3149"/>
                      <a:pt x="803" y="2870"/>
                      <a:pt x="732" y="2597"/>
                    </a:cubicBezTo>
                    <a:cubicBezTo>
                      <a:pt x="660" y="2318"/>
                      <a:pt x="589" y="2045"/>
                      <a:pt x="518" y="1766"/>
                    </a:cubicBezTo>
                    <a:cubicBezTo>
                      <a:pt x="440" y="1493"/>
                      <a:pt x="368" y="1214"/>
                      <a:pt x="290" y="941"/>
                    </a:cubicBezTo>
                    <a:cubicBezTo>
                      <a:pt x="212" y="668"/>
                      <a:pt x="134" y="389"/>
                      <a:pt x="57" y="116"/>
                    </a:cubicBezTo>
                    <a:cubicBezTo>
                      <a:pt x="50" y="84"/>
                      <a:pt x="37" y="45"/>
                      <a:pt x="31" y="12"/>
                    </a:cubicBezTo>
                    <a:cubicBezTo>
                      <a:pt x="28" y="4"/>
                      <a:pt x="22" y="1"/>
                      <a:pt x="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cap="flat" cmpd="sng" w="9525">
                <a:solidFill>
                  <a:schemeClr val="accent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25"/>
              <p:cNvSpPr/>
              <p:nvPr/>
            </p:nvSpPr>
            <p:spPr>
              <a:xfrm>
                <a:off x="8646224" y="2958983"/>
                <a:ext cx="10843" cy="48064"/>
              </a:xfrm>
              <a:custGeom>
                <a:rect b="b" l="l" r="r" t="t"/>
                <a:pathLst>
                  <a:path extrusionOk="0" h="625" w="141">
                    <a:moveTo>
                      <a:pt x="125" y="0"/>
                    </a:moveTo>
                    <a:cubicBezTo>
                      <a:pt x="120" y="0"/>
                      <a:pt x="113" y="4"/>
                      <a:pt x="111" y="12"/>
                    </a:cubicBezTo>
                    <a:cubicBezTo>
                      <a:pt x="39" y="200"/>
                      <a:pt x="0" y="408"/>
                      <a:pt x="0" y="610"/>
                    </a:cubicBezTo>
                    <a:cubicBezTo>
                      <a:pt x="0" y="619"/>
                      <a:pt x="5" y="624"/>
                      <a:pt x="10" y="624"/>
                    </a:cubicBezTo>
                    <a:cubicBezTo>
                      <a:pt x="15" y="624"/>
                      <a:pt x="20" y="619"/>
                      <a:pt x="20" y="610"/>
                    </a:cubicBezTo>
                    <a:cubicBezTo>
                      <a:pt x="26" y="408"/>
                      <a:pt x="65" y="207"/>
                      <a:pt x="137" y="19"/>
                    </a:cubicBezTo>
                    <a:cubicBezTo>
                      <a:pt x="140" y="7"/>
                      <a:pt x="133" y="0"/>
                      <a:pt x="125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cap="flat" cmpd="sng" w="9525">
                <a:solidFill>
                  <a:schemeClr val="accent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58" name="Google Shape;158;p25"/>
            <p:cNvSpPr/>
            <p:nvPr/>
          </p:nvSpPr>
          <p:spPr>
            <a:xfrm>
              <a:off x="5962589" y="1415697"/>
              <a:ext cx="33623" cy="28781"/>
            </a:xfrm>
            <a:custGeom>
              <a:rect b="b" l="l" r="r" t="t"/>
              <a:pathLst>
                <a:path extrusionOk="0" h="101" w="118">
                  <a:moveTo>
                    <a:pt x="48" y="1"/>
                  </a:moveTo>
                  <a:cubicBezTo>
                    <a:pt x="39" y="1"/>
                    <a:pt x="30" y="5"/>
                    <a:pt x="20" y="10"/>
                  </a:cubicBezTo>
                  <a:cubicBezTo>
                    <a:pt x="7" y="17"/>
                    <a:pt x="1" y="36"/>
                    <a:pt x="1" y="49"/>
                  </a:cubicBezTo>
                  <a:cubicBezTo>
                    <a:pt x="1" y="62"/>
                    <a:pt x="7" y="75"/>
                    <a:pt x="14" y="88"/>
                  </a:cubicBezTo>
                  <a:cubicBezTo>
                    <a:pt x="14" y="94"/>
                    <a:pt x="20" y="101"/>
                    <a:pt x="27" y="101"/>
                  </a:cubicBezTo>
                  <a:cubicBezTo>
                    <a:pt x="33" y="101"/>
                    <a:pt x="40" y="88"/>
                    <a:pt x="40" y="82"/>
                  </a:cubicBezTo>
                  <a:cubicBezTo>
                    <a:pt x="33" y="75"/>
                    <a:pt x="33" y="62"/>
                    <a:pt x="33" y="56"/>
                  </a:cubicBezTo>
                  <a:cubicBezTo>
                    <a:pt x="33" y="49"/>
                    <a:pt x="33" y="43"/>
                    <a:pt x="33" y="36"/>
                  </a:cubicBezTo>
                  <a:cubicBezTo>
                    <a:pt x="40" y="30"/>
                    <a:pt x="46" y="30"/>
                    <a:pt x="46" y="30"/>
                  </a:cubicBezTo>
                  <a:lnTo>
                    <a:pt x="66" y="30"/>
                  </a:lnTo>
                  <a:cubicBezTo>
                    <a:pt x="79" y="30"/>
                    <a:pt x="85" y="36"/>
                    <a:pt x="92" y="36"/>
                  </a:cubicBezTo>
                  <a:cubicBezTo>
                    <a:pt x="94" y="38"/>
                    <a:pt x="96" y="39"/>
                    <a:pt x="99" y="39"/>
                  </a:cubicBezTo>
                  <a:cubicBezTo>
                    <a:pt x="105" y="39"/>
                    <a:pt x="111" y="34"/>
                    <a:pt x="111" y="30"/>
                  </a:cubicBezTo>
                  <a:cubicBezTo>
                    <a:pt x="118" y="23"/>
                    <a:pt x="111" y="17"/>
                    <a:pt x="105" y="10"/>
                  </a:cubicBezTo>
                  <a:cubicBezTo>
                    <a:pt x="92" y="4"/>
                    <a:pt x="79" y="4"/>
                    <a:pt x="59" y="4"/>
                  </a:cubicBezTo>
                  <a:cubicBezTo>
                    <a:pt x="55" y="2"/>
                    <a:pt x="52" y="1"/>
                    <a:pt x="48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rgbClr val="FBA47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25"/>
            <p:cNvSpPr/>
            <p:nvPr/>
          </p:nvSpPr>
          <p:spPr>
            <a:xfrm>
              <a:off x="5959054" y="1471269"/>
              <a:ext cx="69526" cy="17953"/>
            </a:xfrm>
            <a:custGeom>
              <a:rect b="b" l="l" r="r" t="t"/>
              <a:pathLst>
                <a:path extrusionOk="0" h="63" w="244">
                  <a:moveTo>
                    <a:pt x="124" y="0"/>
                  </a:moveTo>
                  <a:cubicBezTo>
                    <a:pt x="84" y="0"/>
                    <a:pt x="45" y="12"/>
                    <a:pt x="11" y="35"/>
                  </a:cubicBezTo>
                  <a:cubicBezTo>
                    <a:pt x="0" y="47"/>
                    <a:pt x="8" y="63"/>
                    <a:pt x="19" y="63"/>
                  </a:cubicBezTo>
                  <a:cubicBezTo>
                    <a:pt x="21" y="63"/>
                    <a:pt x="23" y="62"/>
                    <a:pt x="24" y="61"/>
                  </a:cubicBezTo>
                  <a:cubicBezTo>
                    <a:pt x="56" y="37"/>
                    <a:pt x="93" y="25"/>
                    <a:pt x="130" y="25"/>
                  </a:cubicBezTo>
                  <a:cubicBezTo>
                    <a:pt x="162" y="25"/>
                    <a:pt x="192" y="33"/>
                    <a:pt x="219" y="48"/>
                  </a:cubicBezTo>
                  <a:cubicBezTo>
                    <a:pt x="221" y="49"/>
                    <a:pt x="223" y="50"/>
                    <a:pt x="225" y="50"/>
                  </a:cubicBezTo>
                  <a:cubicBezTo>
                    <a:pt x="235" y="50"/>
                    <a:pt x="243" y="34"/>
                    <a:pt x="232" y="29"/>
                  </a:cubicBezTo>
                  <a:cubicBezTo>
                    <a:pt x="198" y="10"/>
                    <a:pt x="160" y="0"/>
                    <a:pt x="124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rgbClr val="FBA47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5266D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6"/>
          <p:cNvPicPr preferRelativeResize="0"/>
          <p:nvPr/>
        </p:nvPicPr>
        <p:blipFill rotWithShape="1">
          <a:blip r:embed="rId3">
            <a:alphaModFix/>
          </a:blip>
          <a:srcRect b="42857" l="26308" r="31054" t="0"/>
          <a:stretch/>
        </p:blipFill>
        <p:spPr>
          <a:xfrm>
            <a:off x="848628" y="3203051"/>
            <a:ext cx="1692201" cy="160410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65" name="Google Shape;165;p26"/>
          <p:cNvPicPr preferRelativeResize="0"/>
          <p:nvPr/>
        </p:nvPicPr>
        <p:blipFill rotWithShape="1">
          <a:blip r:embed="rId4">
            <a:alphaModFix/>
          </a:blip>
          <a:srcRect b="51326" l="28813" r="36940" t="0"/>
          <a:stretch/>
        </p:blipFill>
        <p:spPr>
          <a:xfrm>
            <a:off x="1689124" y="1593768"/>
            <a:ext cx="1692201" cy="160410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66" name="Google Shape;166;p26"/>
          <p:cNvPicPr preferRelativeResize="0"/>
          <p:nvPr/>
        </p:nvPicPr>
        <p:blipFill rotWithShape="1">
          <a:blip r:embed="rId5">
            <a:alphaModFix/>
          </a:blip>
          <a:srcRect b="43405" l="41174" r="28175" t="13247"/>
          <a:stretch/>
        </p:blipFill>
        <p:spPr>
          <a:xfrm>
            <a:off x="3380578" y="3199001"/>
            <a:ext cx="1692201" cy="15962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6"/>
          <p:cNvPicPr preferRelativeResize="0"/>
          <p:nvPr/>
        </p:nvPicPr>
        <p:blipFill rotWithShape="1">
          <a:blip r:embed="rId6">
            <a:alphaModFix/>
          </a:blip>
          <a:srcRect b="47216" l="36890" r="26875" t="4113"/>
          <a:stretch/>
        </p:blipFill>
        <p:spPr>
          <a:xfrm rot="-10">
            <a:off x="3380593" y="766202"/>
            <a:ext cx="1692201" cy="1604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6"/>
          <p:cNvPicPr preferRelativeResize="0"/>
          <p:nvPr/>
        </p:nvPicPr>
        <p:blipFill rotWithShape="1">
          <a:blip r:embed="rId7">
            <a:alphaModFix/>
          </a:blip>
          <a:srcRect b="47990" l="27129" r="41362" t="6057"/>
          <a:stretch/>
        </p:blipFill>
        <p:spPr>
          <a:xfrm>
            <a:off x="-12" y="0"/>
            <a:ext cx="1692201" cy="159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6"/>
          <p:cNvSpPr/>
          <p:nvPr/>
        </p:nvSpPr>
        <p:spPr>
          <a:xfrm>
            <a:off x="5766200" y="-2794375"/>
            <a:ext cx="6778500" cy="5580000"/>
          </a:xfrm>
          <a:prstGeom prst="pie">
            <a:avLst>
              <a:gd fmla="val 0" name="adj1"/>
              <a:gd fmla="val 16200000" name="adj2"/>
            </a:avLst>
          </a:prstGeom>
          <a:solidFill>
            <a:srgbClr val="FFAC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0" name="Google Shape;170;p26"/>
          <p:cNvSpPr txBox="1"/>
          <p:nvPr>
            <p:ph type="title"/>
          </p:nvPr>
        </p:nvSpPr>
        <p:spPr>
          <a:xfrm>
            <a:off x="6697600" y="323025"/>
            <a:ext cx="2100900" cy="14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bg" sz="4800">
                <a:solidFill>
                  <a:srgbClr val="45266D"/>
                </a:solidFill>
              </a:rPr>
              <a:t>Нашият отбор</a:t>
            </a:r>
            <a:endParaRPr sz="4800">
              <a:solidFill>
                <a:srgbClr val="45266D"/>
              </a:solidFill>
            </a:endParaRPr>
          </a:p>
        </p:txBody>
      </p:sp>
      <p:sp>
        <p:nvSpPr>
          <p:cNvPr id="171" name="Google Shape;171;p26"/>
          <p:cNvSpPr txBox="1"/>
          <p:nvPr/>
        </p:nvSpPr>
        <p:spPr>
          <a:xfrm>
            <a:off x="3468650" y="2291556"/>
            <a:ext cx="5514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Мартин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2" name="Google Shape;172;p26"/>
          <p:cNvSpPr txBox="1"/>
          <p:nvPr/>
        </p:nvSpPr>
        <p:spPr>
          <a:xfrm>
            <a:off x="1802975" y="1253194"/>
            <a:ext cx="5961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Любомир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" name="Google Shape;173;p26"/>
          <p:cNvSpPr txBox="1"/>
          <p:nvPr/>
        </p:nvSpPr>
        <p:spPr>
          <a:xfrm>
            <a:off x="952125" y="4748698"/>
            <a:ext cx="5961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Йордан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4" name="Google Shape;174;p26"/>
          <p:cNvSpPr txBox="1"/>
          <p:nvPr/>
        </p:nvSpPr>
        <p:spPr>
          <a:xfrm>
            <a:off x="3499697" y="4724357"/>
            <a:ext cx="5721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Никола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5" name="Google Shape;175;p26"/>
          <p:cNvSpPr txBox="1"/>
          <p:nvPr/>
        </p:nvSpPr>
        <p:spPr>
          <a:xfrm>
            <a:off x="156975" y="1509857"/>
            <a:ext cx="5961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Момчил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7"/>
          <p:cNvSpPr txBox="1"/>
          <p:nvPr>
            <p:ph type="title"/>
          </p:nvPr>
        </p:nvSpPr>
        <p:spPr>
          <a:xfrm>
            <a:off x="457200" y="410400"/>
            <a:ext cx="8229600" cy="39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bg"/>
              <a:t>Малко за проблема</a:t>
            </a:r>
            <a:endParaRPr/>
          </a:p>
        </p:txBody>
      </p:sp>
      <p:grpSp>
        <p:nvGrpSpPr>
          <p:cNvPr id="181" name="Google Shape;181;p27"/>
          <p:cNvGrpSpPr/>
          <p:nvPr/>
        </p:nvGrpSpPr>
        <p:grpSpPr>
          <a:xfrm>
            <a:off x="1142459" y="1061881"/>
            <a:ext cx="3811800" cy="796130"/>
            <a:chOff x="1142459" y="1061881"/>
            <a:chExt cx="3811800" cy="796130"/>
          </a:xfrm>
        </p:grpSpPr>
        <p:sp>
          <p:nvSpPr>
            <p:cNvPr id="182" name="Google Shape;182;p27"/>
            <p:cNvSpPr txBox="1"/>
            <p:nvPr/>
          </p:nvSpPr>
          <p:spPr>
            <a:xfrm>
              <a:off x="1142459" y="1061881"/>
              <a:ext cx="3811800" cy="41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lang="bg" sz="1800">
                  <a:solidFill>
                    <a:schemeClr val="accent2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Ранен стадий</a:t>
              </a:r>
              <a:endParaRPr b="1" sz="180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83" name="Google Shape;183;p27"/>
            <p:cNvSpPr txBox="1"/>
            <p:nvPr/>
          </p:nvSpPr>
          <p:spPr>
            <a:xfrm>
              <a:off x="1142459" y="1457211"/>
              <a:ext cx="3811800" cy="40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bg" sz="1200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Леки проблеми с паметта и ориентацията; устройството помага с напомняния и ежедневни задачи.</a:t>
              </a:r>
              <a:endParaRPr sz="1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84" name="Google Shape;184;p27"/>
          <p:cNvGrpSpPr/>
          <p:nvPr/>
        </p:nvGrpSpPr>
        <p:grpSpPr>
          <a:xfrm>
            <a:off x="479416" y="2056381"/>
            <a:ext cx="3811800" cy="733700"/>
            <a:chOff x="479416" y="2051778"/>
            <a:chExt cx="3811800" cy="733700"/>
          </a:xfrm>
        </p:grpSpPr>
        <p:sp>
          <p:nvSpPr>
            <p:cNvPr id="185" name="Google Shape;185;p27"/>
            <p:cNvSpPr txBox="1"/>
            <p:nvPr/>
          </p:nvSpPr>
          <p:spPr>
            <a:xfrm>
              <a:off x="479416" y="2051778"/>
              <a:ext cx="3811800" cy="41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lang="bg" sz="1800">
                  <a:solidFill>
                    <a:schemeClr val="accent2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Среден стадий</a:t>
              </a:r>
              <a:endParaRPr b="1" sz="180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86" name="Google Shape;186;p27"/>
            <p:cNvSpPr txBox="1"/>
            <p:nvPr/>
          </p:nvSpPr>
          <p:spPr>
            <a:xfrm>
              <a:off x="479416" y="2384678"/>
              <a:ext cx="3811800" cy="40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100"/>
                <a:buFont typeface="Arial"/>
                <a:buNone/>
              </a:pPr>
              <a:r>
                <a:rPr lang="bg" sz="1200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Засилена дезориентация и нужда от подкрепа; устройството осигурява проследяване и насоки.</a:t>
              </a:r>
              <a:endParaRPr sz="1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87" name="Google Shape;187;p27"/>
          <p:cNvGrpSpPr/>
          <p:nvPr/>
        </p:nvGrpSpPr>
        <p:grpSpPr>
          <a:xfrm>
            <a:off x="479269" y="2905658"/>
            <a:ext cx="3811800" cy="816828"/>
            <a:chOff x="479269" y="2903254"/>
            <a:chExt cx="3811800" cy="816828"/>
          </a:xfrm>
        </p:grpSpPr>
        <p:sp>
          <p:nvSpPr>
            <p:cNvPr id="188" name="Google Shape;188;p27"/>
            <p:cNvSpPr txBox="1"/>
            <p:nvPr/>
          </p:nvSpPr>
          <p:spPr>
            <a:xfrm>
              <a:off x="479269" y="2903254"/>
              <a:ext cx="3811800" cy="41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lang="bg" sz="1800">
                  <a:solidFill>
                    <a:schemeClr val="accent2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Късен стадий</a:t>
              </a:r>
              <a:endParaRPr b="1" sz="180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89" name="Google Shape;189;p27"/>
            <p:cNvSpPr txBox="1"/>
            <p:nvPr/>
          </p:nvSpPr>
          <p:spPr>
            <a:xfrm>
              <a:off x="479269" y="3319283"/>
              <a:ext cx="3811800" cy="40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bg" sz="1200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Тежки когнитивни нарушения и зависимост от грижа. Устройството няма да е толкова ефективно тук.</a:t>
              </a:r>
              <a:endParaRPr sz="1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90" name="Google Shape;190;p27"/>
          <p:cNvGrpSpPr/>
          <p:nvPr/>
        </p:nvGrpSpPr>
        <p:grpSpPr>
          <a:xfrm>
            <a:off x="4541748" y="1095940"/>
            <a:ext cx="4123152" cy="3583082"/>
            <a:chOff x="4541748" y="1095940"/>
            <a:chExt cx="4123152" cy="3583082"/>
          </a:xfrm>
        </p:grpSpPr>
        <p:sp>
          <p:nvSpPr>
            <p:cNvPr id="191" name="Google Shape;191;p27"/>
            <p:cNvSpPr/>
            <p:nvPr/>
          </p:nvSpPr>
          <p:spPr>
            <a:xfrm>
              <a:off x="4662363" y="1095950"/>
              <a:ext cx="3779700" cy="3362629"/>
            </a:xfrm>
            <a:custGeom>
              <a:rect b="b" l="l" r="r" t="t"/>
              <a:pathLst>
                <a:path extrusionOk="0" h="30296" w="34960">
                  <a:moveTo>
                    <a:pt x="20383" y="1"/>
                  </a:moveTo>
                  <a:cubicBezTo>
                    <a:pt x="19546" y="1"/>
                    <a:pt x="18709" y="84"/>
                    <a:pt x="17906" y="215"/>
                  </a:cubicBezTo>
                  <a:cubicBezTo>
                    <a:pt x="11983" y="1176"/>
                    <a:pt x="6151" y="4384"/>
                    <a:pt x="3131" y="9703"/>
                  </a:cubicBezTo>
                  <a:cubicBezTo>
                    <a:pt x="2416" y="10970"/>
                    <a:pt x="1819" y="12295"/>
                    <a:pt x="1345" y="13665"/>
                  </a:cubicBezTo>
                  <a:cubicBezTo>
                    <a:pt x="377" y="16380"/>
                    <a:pt x="0" y="19361"/>
                    <a:pt x="624" y="22179"/>
                  </a:cubicBezTo>
                  <a:cubicBezTo>
                    <a:pt x="1247" y="25004"/>
                    <a:pt x="2923" y="27641"/>
                    <a:pt x="5410" y="29109"/>
                  </a:cubicBezTo>
                  <a:cubicBezTo>
                    <a:pt x="6713" y="29883"/>
                    <a:pt x="8239" y="30295"/>
                    <a:pt x="9752" y="30295"/>
                  </a:cubicBezTo>
                  <a:cubicBezTo>
                    <a:pt x="11121" y="30295"/>
                    <a:pt x="12480" y="29958"/>
                    <a:pt x="13652" y="29245"/>
                  </a:cubicBezTo>
                  <a:cubicBezTo>
                    <a:pt x="14987" y="28435"/>
                    <a:pt x="16211" y="27145"/>
                    <a:pt x="17750" y="27145"/>
                  </a:cubicBezTo>
                  <a:cubicBezTo>
                    <a:pt x="17791" y="27145"/>
                    <a:pt x="17832" y="27146"/>
                    <a:pt x="17873" y="27147"/>
                  </a:cubicBezTo>
                  <a:cubicBezTo>
                    <a:pt x="18997" y="27199"/>
                    <a:pt x="19938" y="27959"/>
                    <a:pt x="20913" y="28531"/>
                  </a:cubicBezTo>
                  <a:cubicBezTo>
                    <a:pt x="22414" y="29417"/>
                    <a:pt x="24164" y="29882"/>
                    <a:pt x="25908" y="29882"/>
                  </a:cubicBezTo>
                  <a:cubicBezTo>
                    <a:pt x="27217" y="29882"/>
                    <a:pt x="28524" y="29620"/>
                    <a:pt x="29719" y="29076"/>
                  </a:cubicBezTo>
                  <a:cubicBezTo>
                    <a:pt x="32505" y="27810"/>
                    <a:pt x="34564" y="25011"/>
                    <a:pt x="34811" y="21965"/>
                  </a:cubicBezTo>
                  <a:cubicBezTo>
                    <a:pt x="34960" y="20166"/>
                    <a:pt x="34447" y="18334"/>
                    <a:pt x="33447" y="16834"/>
                  </a:cubicBezTo>
                  <a:cubicBezTo>
                    <a:pt x="32297" y="15133"/>
                    <a:pt x="30771" y="14457"/>
                    <a:pt x="29024" y="13561"/>
                  </a:cubicBezTo>
                  <a:cubicBezTo>
                    <a:pt x="28264" y="13171"/>
                    <a:pt x="27537" y="12652"/>
                    <a:pt x="27141" y="11898"/>
                  </a:cubicBezTo>
                  <a:cubicBezTo>
                    <a:pt x="26693" y="11061"/>
                    <a:pt x="26732" y="10047"/>
                    <a:pt x="26900" y="9112"/>
                  </a:cubicBezTo>
                  <a:cubicBezTo>
                    <a:pt x="27147" y="7807"/>
                    <a:pt x="27563" y="6534"/>
                    <a:pt x="27517" y="5190"/>
                  </a:cubicBezTo>
                  <a:cubicBezTo>
                    <a:pt x="27459" y="3267"/>
                    <a:pt x="26011" y="1624"/>
                    <a:pt x="24335" y="812"/>
                  </a:cubicBezTo>
                  <a:cubicBezTo>
                    <a:pt x="23112" y="221"/>
                    <a:pt x="21747" y="1"/>
                    <a:pt x="20383" y="1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27"/>
            <p:cNvSpPr/>
            <p:nvPr/>
          </p:nvSpPr>
          <p:spPr>
            <a:xfrm>
              <a:off x="6816079" y="1374298"/>
              <a:ext cx="373267" cy="360316"/>
            </a:xfrm>
            <a:custGeom>
              <a:rect b="b" l="l" r="r" t="t"/>
              <a:pathLst>
                <a:path extrusionOk="0" h="3088" w="3199">
                  <a:moveTo>
                    <a:pt x="1039" y="1"/>
                  </a:moveTo>
                  <a:cubicBezTo>
                    <a:pt x="965" y="1"/>
                    <a:pt x="888" y="20"/>
                    <a:pt x="815" y="61"/>
                  </a:cubicBezTo>
                  <a:cubicBezTo>
                    <a:pt x="510" y="237"/>
                    <a:pt x="523" y="685"/>
                    <a:pt x="835" y="847"/>
                  </a:cubicBezTo>
                  <a:lnTo>
                    <a:pt x="218" y="1204"/>
                  </a:lnTo>
                  <a:lnTo>
                    <a:pt x="582" y="1821"/>
                  </a:lnTo>
                  <a:cubicBezTo>
                    <a:pt x="576" y="1821"/>
                    <a:pt x="570" y="1821"/>
                    <a:pt x="564" y="1821"/>
                  </a:cubicBezTo>
                  <a:cubicBezTo>
                    <a:pt x="223" y="1821"/>
                    <a:pt x="0" y="2190"/>
                    <a:pt x="179" y="2490"/>
                  </a:cubicBezTo>
                  <a:cubicBezTo>
                    <a:pt x="264" y="2639"/>
                    <a:pt x="413" y="2712"/>
                    <a:pt x="561" y="2712"/>
                  </a:cubicBezTo>
                  <a:cubicBezTo>
                    <a:pt x="718" y="2712"/>
                    <a:pt x="875" y="2631"/>
                    <a:pt x="958" y="2471"/>
                  </a:cubicBezTo>
                  <a:lnTo>
                    <a:pt x="1322" y="3088"/>
                  </a:lnTo>
                  <a:lnTo>
                    <a:pt x="1945" y="2724"/>
                  </a:lnTo>
                  <a:cubicBezTo>
                    <a:pt x="1861" y="2685"/>
                    <a:pt x="1796" y="2627"/>
                    <a:pt x="1751" y="2549"/>
                  </a:cubicBezTo>
                  <a:cubicBezTo>
                    <a:pt x="1595" y="2289"/>
                    <a:pt x="1738" y="1958"/>
                    <a:pt x="2030" y="1886"/>
                  </a:cubicBezTo>
                  <a:cubicBezTo>
                    <a:pt x="2063" y="1879"/>
                    <a:pt x="2096" y="1875"/>
                    <a:pt x="2129" y="1875"/>
                  </a:cubicBezTo>
                  <a:cubicBezTo>
                    <a:pt x="2382" y="1875"/>
                    <a:pt x="2598" y="2089"/>
                    <a:pt x="2575" y="2354"/>
                  </a:cubicBezTo>
                  <a:lnTo>
                    <a:pt x="3199" y="1990"/>
                  </a:lnTo>
                  <a:lnTo>
                    <a:pt x="2835" y="1367"/>
                  </a:lnTo>
                  <a:cubicBezTo>
                    <a:pt x="2796" y="1451"/>
                    <a:pt x="2738" y="1516"/>
                    <a:pt x="2660" y="1562"/>
                  </a:cubicBezTo>
                  <a:cubicBezTo>
                    <a:pt x="2579" y="1609"/>
                    <a:pt x="2499" y="1630"/>
                    <a:pt x="2425" y="1630"/>
                  </a:cubicBezTo>
                  <a:cubicBezTo>
                    <a:pt x="2029" y="1630"/>
                    <a:pt x="1780" y="1046"/>
                    <a:pt x="2212" y="789"/>
                  </a:cubicBezTo>
                  <a:cubicBezTo>
                    <a:pt x="2280" y="749"/>
                    <a:pt x="2358" y="729"/>
                    <a:pt x="2437" y="729"/>
                  </a:cubicBezTo>
                  <a:cubicBezTo>
                    <a:pt x="2449" y="729"/>
                    <a:pt x="2460" y="730"/>
                    <a:pt x="2472" y="730"/>
                  </a:cubicBezTo>
                  <a:lnTo>
                    <a:pt x="2108" y="107"/>
                  </a:lnTo>
                  <a:lnTo>
                    <a:pt x="1484" y="464"/>
                  </a:lnTo>
                  <a:cubicBezTo>
                    <a:pt x="1499" y="197"/>
                    <a:pt x="1280" y="1"/>
                    <a:pt x="10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27"/>
            <p:cNvSpPr/>
            <p:nvPr/>
          </p:nvSpPr>
          <p:spPr>
            <a:xfrm>
              <a:off x="7701760" y="4126667"/>
              <a:ext cx="386452" cy="378751"/>
            </a:xfrm>
            <a:custGeom>
              <a:rect b="b" l="l" r="r" t="t"/>
              <a:pathLst>
                <a:path extrusionOk="0" h="3246" w="3312">
                  <a:moveTo>
                    <a:pt x="2240" y="1"/>
                  </a:moveTo>
                  <a:cubicBezTo>
                    <a:pt x="2030" y="1"/>
                    <a:pt x="1831" y="141"/>
                    <a:pt x="1779" y="368"/>
                  </a:cubicBezTo>
                  <a:cubicBezTo>
                    <a:pt x="1759" y="452"/>
                    <a:pt x="1766" y="550"/>
                    <a:pt x="1792" y="634"/>
                  </a:cubicBezTo>
                  <a:lnTo>
                    <a:pt x="1051" y="459"/>
                  </a:lnTo>
                  <a:lnTo>
                    <a:pt x="876" y="1199"/>
                  </a:lnTo>
                  <a:cubicBezTo>
                    <a:pt x="781" y="1099"/>
                    <a:pt x="659" y="1053"/>
                    <a:pt x="539" y="1053"/>
                  </a:cubicBezTo>
                  <a:cubicBezTo>
                    <a:pt x="332" y="1053"/>
                    <a:pt x="130" y="1190"/>
                    <a:pt x="77" y="1420"/>
                  </a:cubicBezTo>
                  <a:cubicBezTo>
                    <a:pt x="0" y="1727"/>
                    <a:pt x="243" y="2002"/>
                    <a:pt x="531" y="2002"/>
                  </a:cubicBezTo>
                  <a:cubicBezTo>
                    <a:pt x="585" y="2002"/>
                    <a:pt x="639" y="1992"/>
                    <a:pt x="694" y="1972"/>
                  </a:cubicBezTo>
                  <a:lnTo>
                    <a:pt x="694" y="1972"/>
                  </a:lnTo>
                  <a:lnTo>
                    <a:pt x="519" y="2713"/>
                  </a:lnTo>
                  <a:lnTo>
                    <a:pt x="1266" y="2894"/>
                  </a:lnTo>
                  <a:cubicBezTo>
                    <a:pt x="1143" y="2574"/>
                    <a:pt x="1386" y="2244"/>
                    <a:pt x="1704" y="2244"/>
                  </a:cubicBezTo>
                  <a:cubicBezTo>
                    <a:pt x="1741" y="2244"/>
                    <a:pt x="1779" y="2248"/>
                    <a:pt x="1818" y="2258"/>
                  </a:cubicBezTo>
                  <a:cubicBezTo>
                    <a:pt x="2194" y="2342"/>
                    <a:pt x="2311" y="2816"/>
                    <a:pt x="2032" y="3070"/>
                  </a:cubicBezTo>
                  <a:lnTo>
                    <a:pt x="2779" y="3245"/>
                  </a:lnTo>
                  <a:lnTo>
                    <a:pt x="2954" y="2498"/>
                  </a:lnTo>
                  <a:lnTo>
                    <a:pt x="2954" y="2498"/>
                  </a:lnTo>
                  <a:cubicBezTo>
                    <a:pt x="2897" y="2521"/>
                    <a:pt x="2838" y="2531"/>
                    <a:pt x="2781" y="2531"/>
                  </a:cubicBezTo>
                  <a:cubicBezTo>
                    <a:pt x="2542" y="2531"/>
                    <a:pt x="2327" y="2346"/>
                    <a:pt x="2311" y="2089"/>
                  </a:cubicBezTo>
                  <a:cubicBezTo>
                    <a:pt x="2288" y="1808"/>
                    <a:pt x="2518" y="1583"/>
                    <a:pt x="2782" y="1583"/>
                  </a:cubicBezTo>
                  <a:cubicBezTo>
                    <a:pt x="2817" y="1583"/>
                    <a:pt x="2853" y="1587"/>
                    <a:pt x="2889" y="1596"/>
                  </a:cubicBezTo>
                  <a:cubicBezTo>
                    <a:pt x="2987" y="1615"/>
                    <a:pt x="3071" y="1667"/>
                    <a:pt x="3136" y="1738"/>
                  </a:cubicBezTo>
                  <a:lnTo>
                    <a:pt x="3311" y="992"/>
                  </a:lnTo>
                  <a:lnTo>
                    <a:pt x="2571" y="816"/>
                  </a:lnTo>
                  <a:cubicBezTo>
                    <a:pt x="2798" y="595"/>
                    <a:pt x="2746" y="219"/>
                    <a:pt x="2473" y="63"/>
                  </a:cubicBezTo>
                  <a:cubicBezTo>
                    <a:pt x="2399" y="20"/>
                    <a:pt x="2319" y="1"/>
                    <a:pt x="22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94" name="Google Shape;194;p27"/>
            <p:cNvGrpSpPr/>
            <p:nvPr/>
          </p:nvGrpSpPr>
          <p:grpSpPr>
            <a:xfrm>
              <a:off x="5246473" y="3884996"/>
              <a:ext cx="879656" cy="794027"/>
              <a:chOff x="5397169" y="3920666"/>
              <a:chExt cx="759372" cy="685510"/>
            </a:xfrm>
          </p:grpSpPr>
          <p:sp>
            <p:nvSpPr>
              <p:cNvPr id="195" name="Google Shape;195;p27"/>
              <p:cNvSpPr/>
              <p:nvPr/>
            </p:nvSpPr>
            <p:spPr>
              <a:xfrm>
                <a:off x="5426689" y="3920666"/>
                <a:ext cx="685976" cy="685393"/>
              </a:xfrm>
              <a:custGeom>
                <a:rect b="b" l="l" r="r" t="t"/>
                <a:pathLst>
                  <a:path extrusionOk="0" h="5874" w="5879">
                    <a:moveTo>
                      <a:pt x="2933" y="1"/>
                    </a:moveTo>
                    <a:cubicBezTo>
                      <a:pt x="1612" y="1"/>
                      <a:pt x="452" y="892"/>
                      <a:pt x="105" y="2170"/>
                    </a:cubicBezTo>
                    <a:lnTo>
                      <a:pt x="85" y="2242"/>
                    </a:lnTo>
                    <a:cubicBezTo>
                      <a:pt x="85" y="2261"/>
                      <a:pt x="79" y="2281"/>
                      <a:pt x="72" y="2300"/>
                    </a:cubicBezTo>
                    <a:cubicBezTo>
                      <a:pt x="72" y="2313"/>
                      <a:pt x="66" y="2326"/>
                      <a:pt x="66" y="2346"/>
                    </a:cubicBezTo>
                    <a:cubicBezTo>
                      <a:pt x="40" y="2469"/>
                      <a:pt x="20" y="2592"/>
                      <a:pt x="14" y="2716"/>
                    </a:cubicBezTo>
                    <a:cubicBezTo>
                      <a:pt x="14" y="2716"/>
                      <a:pt x="14" y="2716"/>
                      <a:pt x="14" y="2722"/>
                    </a:cubicBezTo>
                    <a:cubicBezTo>
                      <a:pt x="7" y="2794"/>
                      <a:pt x="7" y="2865"/>
                      <a:pt x="7" y="2937"/>
                    </a:cubicBezTo>
                    <a:cubicBezTo>
                      <a:pt x="1" y="3469"/>
                      <a:pt x="150" y="3989"/>
                      <a:pt x="423" y="4443"/>
                    </a:cubicBezTo>
                    <a:cubicBezTo>
                      <a:pt x="436" y="4469"/>
                      <a:pt x="449" y="4495"/>
                      <a:pt x="462" y="4515"/>
                    </a:cubicBezTo>
                    <a:cubicBezTo>
                      <a:pt x="637" y="4781"/>
                      <a:pt x="845" y="5021"/>
                      <a:pt x="1098" y="5223"/>
                    </a:cubicBezTo>
                    <a:cubicBezTo>
                      <a:pt x="1137" y="5255"/>
                      <a:pt x="1183" y="5294"/>
                      <a:pt x="1228" y="5327"/>
                    </a:cubicBezTo>
                    <a:cubicBezTo>
                      <a:pt x="1339" y="5404"/>
                      <a:pt x="1449" y="5469"/>
                      <a:pt x="1566" y="5534"/>
                    </a:cubicBezTo>
                    <a:cubicBezTo>
                      <a:pt x="1670" y="5586"/>
                      <a:pt x="1774" y="5632"/>
                      <a:pt x="1878" y="5677"/>
                    </a:cubicBezTo>
                    <a:cubicBezTo>
                      <a:pt x="2217" y="5808"/>
                      <a:pt x="2573" y="5873"/>
                      <a:pt x="2929" y="5873"/>
                    </a:cubicBezTo>
                    <a:cubicBezTo>
                      <a:pt x="3263" y="5873"/>
                      <a:pt x="3597" y="5816"/>
                      <a:pt x="3917" y="5703"/>
                    </a:cubicBezTo>
                    <a:cubicBezTo>
                      <a:pt x="4092" y="5645"/>
                      <a:pt x="4261" y="5567"/>
                      <a:pt x="4417" y="5476"/>
                    </a:cubicBezTo>
                    <a:cubicBezTo>
                      <a:pt x="4488" y="5430"/>
                      <a:pt x="4560" y="5385"/>
                      <a:pt x="4625" y="5340"/>
                    </a:cubicBezTo>
                    <a:lnTo>
                      <a:pt x="4696" y="5288"/>
                    </a:lnTo>
                    <a:cubicBezTo>
                      <a:pt x="5086" y="4995"/>
                      <a:pt x="5398" y="4619"/>
                      <a:pt x="5599" y="4177"/>
                    </a:cubicBezTo>
                    <a:cubicBezTo>
                      <a:pt x="5781" y="3787"/>
                      <a:pt x="5878" y="3365"/>
                      <a:pt x="5878" y="2937"/>
                    </a:cubicBezTo>
                    <a:cubicBezTo>
                      <a:pt x="5878" y="2904"/>
                      <a:pt x="5878" y="2878"/>
                      <a:pt x="5872" y="2833"/>
                    </a:cubicBezTo>
                    <a:lnTo>
                      <a:pt x="5872" y="2781"/>
                    </a:lnTo>
                    <a:cubicBezTo>
                      <a:pt x="5865" y="2612"/>
                      <a:pt x="5839" y="2443"/>
                      <a:pt x="5800" y="2274"/>
                    </a:cubicBezTo>
                    <a:cubicBezTo>
                      <a:pt x="5800" y="2261"/>
                      <a:pt x="5794" y="2255"/>
                      <a:pt x="5794" y="2242"/>
                    </a:cubicBezTo>
                    <a:cubicBezTo>
                      <a:pt x="5476" y="943"/>
                      <a:pt x="4320" y="21"/>
                      <a:pt x="2975" y="1"/>
                    </a:cubicBezTo>
                    <a:cubicBezTo>
                      <a:pt x="2961" y="1"/>
                      <a:pt x="2947" y="1"/>
                      <a:pt x="293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27"/>
              <p:cNvSpPr/>
              <p:nvPr/>
            </p:nvSpPr>
            <p:spPr>
              <a:xfrm>
                <a:off x="5397169" y="4172818"/>
                <a:ext cx="116099" cy="87395"/>
              </a:xfrm>
              <a:custGeom>
                <a:rect b="b" l="l" r="r" t="t"/>
                <a:pathLst>
                  <a:path extrusionOk="0" h="749" w="995">
                    <a:moveTo>
                      <a:pt x="225" y="1"/>
                    </a:moveTo>
                    <a:cubicBezTo>
                      <a:pt x="222" y="1"/>
                      <a:pt x="218" y="1"/>
                      <a:pt x="215" y="3"/>
                    </a:cubicBezTo>
                    <a:cubicBezTo>
                      <a:pt x="143" y="29"/>
                      <a:pt x="260" y="302"/>
                      <a:pt x="260" y="302"/>
                    </a:cubicBezTo>
                    <a:cubicBezTo>
                      <a:pt x="254" y="302"/>
                      <a:pt x="148" y="123"/>
                      <a:pt x="96" y="123"/>
                    </a:cubicBezTo>
                    <a:cubicBezTo>
                      <a:pt x="92" y="123"/>
                      <a:pt x="88" y="124"/>
                      <a:pt x="85" y="126"/>
                    </a:cubicBezTo>
                    <a:cubicBezTo>
                      <a:pt x="1" y="172"/>
                      <a:pt x="234" y="529"/>
                      <a:pt x="273" y="568"/>
                    </a:cubicBezTo>
                    <a:cubicBezTo>
                      <a:pt x="319" y="607"/>
                      <a:pt x="449" y="600"/>
                      <a:pt x="514" y="633"/>
                    </a:cubicBezTo>
                    <a:cubicBezTo>
                      <a:pt x="579" y="672"/>
                      <a:pt x="579" y="730"/>
                      <a:pt x="624" y="743"/>
                    </a:cubicBezTo>
                    <a:cubicBezTo>
                      <a:pt x="632" y="747"/>
                      <a:pt x="643" y="749"/>
                      <a:pt x="657" y="749"/>
                    </a:cubicBezTo>
                    <a:cubicBezTo>
                      <a:pt x="740" y="749"/>
                      <a:pt x="916" y="689"/>
                      <a:pt x="955" y="639"/>
                    </a:cubicBezTo>
                    <a:cubicBezTo>
                      <a:pt x="994" y="587"/>
                      <a:pt x="942" y="399"/>
                      <a:pt x="858" y="353"/>
                    </a:cubicBezTo>
                    <a:cubicBezTo>
                      <a:pt x="808" y="334"/>
                      <a:pt x="755" y="325"/>
                      <a:pt x="703" y="325"/>
                    </a:cubicBezTo>
                    <a:cubicBezTo>
                      <a:pt x="688" y="325"/>
                      <a:pt x="672" y="326"/>
                      <a:pt x="656" y="327"/>
                    </a:cubicBezTo>
                    <a:cubicBezTo>
                      <a:pt x="643" y="327"/>
                      <a:pt x="669" y="61"/>
                      <a:pt x="618" y="61"/>
                    </a:cubicBezTo>
                    <a:cubicBezTo>
                      <a:pt x="617" y="61"/>
                      <a:pt x="616" y="61"/>
                      <a:pt x="615" y="61"/>
                    </a:cubicBezTo>
                    <a:cubicBezTo>
                      <a:pt x="565" y="61"/>
                      <a:pt x="534" y="269"/>
                      <a:pt x="527" y="269"/>
                    </a:cubicBezTo>
                    <a:cubicBezTo>
                      <a:pt x="527" y="269"/>
                      <a:pt x="527" y="269"/>
                      <a:pt x="527" y="269"/>
                    </a:cubicBezTo>
                    <a:cubicBezTo>
                      <a:pt x="520" y="269"/>
                      <a:pt x="489" y="22"/>
                      <a:pt x="421" y="22"/>
                    </a:cubicBezTo>
                    <a:cubicBezTo>
                      <a:pt x="420" y="22"/>
                      <a:pt x="418" y="22"/>
                      <a:pt x="416" y="22"/>
                    </a:cubicBezTo>
                    <a:cubicBezTo>
                      <a:pt x="345" y="35"/>
                      <a:pt x="403" y="295"/>
                      <a:pt x="390" y="295"/>
                    </a:cubicBezTo>
                    <a:cubicBezTo>
                      <a:pt x="390" y="295"/>
                      <a:pt x="390" y="295"/>
                      <a:pt x="390" y="295"/>
                    </a:cubicBezTo>
                    <a:cubicBezTo>
                      <a:pt x="382" y="295"/>
                      <a:pt x="294" y="1"/>
                      <a:pt x="225" y="1"/>
                    </a:cubicBezTo>
                    <a:close/>
                  </a:path>
                </a:pathLst>
              </a:custGeom>
              <a:solidFill>
                <a:srgbClr val="F8C3A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27"/>
              <p:cNvSpPr/>
              <p:nvPr/>
            </p:nvSpPr>
            <p:spPr>
              <a:xfrm>
                <a:off x="5445709" y="4235943"/>
                <a:ext cx="247134" cy="294623"/>
              </a:xfrm>
              <a:custGeom>
                <a:rect b="b" l="l" r="r" t="t"/>
                <a:pathLst>
                  <a:path extrusionOk="0" h="2525" w="2118">
                    <a:moveTo>
                      <a:pt x="624" y="1"/>
                    </a:moveTo>
                    <a:cubicBezTo>
                      <a:pt x="624" y="1"/>
                      <a:pt x="221" y="20"/>
                      <a:pt x="0" y="118"/>
                    </a:cubicBezTo>
                    <a:cubicBezTo>
                      <a:pt x="0" y="118"/>
                      <a:pt x="253" y="1579"/>
                      <a:pt x="331" y="1962"/>
                    </a:cubicBezTo>
                    <a:cubicBezTo>
                      <a:pt x="404" y="2294"/>
                      <a:pt x="707" y="2525"/>
                      <a:pt x="1019" y="2525"/>
                    </a:cubicBezTo>
                    <a:cubicBezTo>
                      <a:pt x="1238" y="2525"/>
                      <a:pt x="1461" y="2411"/>
                      <a:pt x="1611" y="2137"/>
                    </a:cubicBezTo>
                    <a:cubicBezTo>
                      <a:pt x="1929" y="1553"/>
                      <a:pt x="2117" y="1118"/>
                      <a:pt x="2117" y="1118"/>
                    </a:cubicBezTo>
                    <a:lnTo>
                      <a:pt x="1981" y="1"/>
                    </a:lnTo>
                    <a:cubicBezTo>
                      <a:pt x="1585" y="79"/>
                      <a:pt x="968" y="1644"/>
                      <a:pt x="968" y="1644"/>
                    </a:cubicBezTo>
                    <a:lnTo>
                      <a:pt x="62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" name="Google Shape;198;p27"/>
              <p:cNvSpPr/>
              <p:nvPr/>
            </p:nvSpPr>
            <p:spPr>
              <a:xfrm>
                <a:off x="6039741" y="4181219"/>
                <a:ext cx="116799" cy="87512"/>
              </a:xfrm>
              <a:custGeom>
                <a:rect b="b" l="l" r="r" t="t"/>
                <a:pathLst>
                  <a:path extrusionOk="0" h="750" w="1001">
                    <a:moveTo>
                      <a:pt x="778" y="1"/>
                    </a:moveTo>
                    <a:cubicBezTo>
                      <a:pt x="707" y="1"/>
                      <a:pt x="611" y="301"/>
                      <a:pt x="605" y="301"/>
                    </a:cubicBezTo>
                    <a:cubicBezTo>
                      <a:pt x="598" y="301"/>
                      <a:pt x="650" y="41"/>
                      <a:pt x="579" y="28"/>
                    </a:cubicBezTo>
                    <a:cubicBezTo>
                      <a:pt x="577" y="28"/>
                      <a:pt x="575" y="28"/>
                      <a:pt x="574" y="28"/>
                    </a:cubicBezTo>
                    <a:cubicBezTo>
                      <a:pt x="506" y="28"/>
                      <a:pt x="481" y="269"/>
                      <a:pt x="475" y="275"/>
                    </a:cubicBezTo>
                    <a:cubicBezTo>
                      <a:pt x="475" y="275"/>
                      <a:pt x="475" y="275"/>
                      <a:pt x="474" y="275"/>
                    </a:cubicBezTo>
                    <a:cubicBezTo>
                      <a:pt x="461" y="275"/>
                      <a:pt x="435" y="61"/>
                      <a:pt x="384" y="61"/>
                    </a:cubicBezTo>
                    <a:cubicBezTo>
                      <a:pt x="332" y="61"/>
                      <a:pt x="358" y="333"/>
                      <a:pt x="345" y="333"/>
                    </a:cubicBezTo>
                    <a:cubicBezTo>
                      <a:pt x="328" y="332"/>
                      <a:pt x="311" y="331"/>
                      <a:pt x="295" y="331"/>
                    </a:cubicBezTo>
                    <a:cubicBezTo>
                      <a:pt x="240" y="331"/>
                      <a:pt x="187" y="340"/>
                      <a:pt x="137" y="359"/>
                    </a:cubicBezTo>
                    <a:cubicBezTo>
                      <a:pt x="59" y="405"/>
                      <a:pt x="1" y="593"/>
                      <a:pt x="46" y="645"/>
                    </a:cubicBezTo>
                    <a:cubicBezTo>
                      <a:pt x="144" y="717"/>
                      <a:pt x="261" y="749"/>
                      <a:pt x="378" y="749"/>
                    </a:cubicBezTo>
                    <a:cubicBezTo>
                      <a:pt x="416" y="730"/>
                      <a:pt x="423" y="671"/>
                      <a:pt x="488" y="639"/>
                    </a:cubicBezTo>
                    <a:cubicBezTo>
                      <a:pt x="553" y="606"/>
                      <a:pt x="683" y="606"/>
                      <a:pt x="722" y="567"/>
                    </a:cubicBezTo>
                    <a:cubicBezTo>
                      <a:pt x="767" y="528"/>
                      <a:pt x="1001" y="171"/>
                      <a:pt x="917" y="126"/>
                    </a:cubicBezTo>
                    <a:cubicBezTo>
                      <a:pt x="913" y="124"/>
                      <a:pt x="910" y="123"/>
                      <a:pt x="906" y="123"/>
                    </a:cubicBezTo>
                    <a:cubicBezTo>
                      <a:pt x="851" y="123"/>
                      <a:pt x="747" y="301"/>
                      <a:pt x="741" y="301"/>
                    </a:cubicBezTo>
                    <a:cubicBezTo>
                      <a:pt x="741" y="301"/>
                      <a:pt x="741" y="301"/>
                      <a:pt x="741" y="301"/>
                    </a:cubicBezTo>
                    <a:cubicBezTo>
                      <a:pt x="738" y="301"/>
                      <a:pt x="857" y="34"/>
                      <a:pt x="787" y="2"/>
                    </a:cubicBezTo>
                    <a:cubicBezTo>
                      <a:pt x="784" y="1"/>
                      <a:pt x="781" y="1"/>
                      <a:pt x="778" y="1"/>
                    </a:cubicBezTo>
                    <a:close/>
                  </a:path>
                </a:pathLst>
              </a:custGeom>
              <a:solidFill>
                <a:srgbClr val="F8C3A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" name="Google Shape;199;p27"/>
              <p:cNvSpPr/>
              <p:nvPr/>
            </p:nvSpPr>
            <p:spPr>
              <a:xfrm>
                <a:off x="5860983" y="4245044"/>
                <a:ext cx="247134" cy="304541"/>
              </a:xfrm>
              <a:custGeom>
                <a:rect b="b" l="l" r="r" t="t"/>
                <a:pathLst>
                  <a:path extrusionOk="0" h="2610" w="2118">
                    <a:moveTo>
                      <a:pt x="130" y="1"/>
                    </a:moveTo>
                    <a:lnTo>
                      <a:pt x="0" y="1118"/>
                    </a:lnTo>
                    <a:cubicBezTo>
                      <a:pt x="150" y="1481"/>
                      <a:pt x="318" y="1839"/>
                      <a:pt x="507" y="2183"/>
                    </a:cubicBezTo>
                    <a:cubicBezTo>
                      <a:pt x="666" y="2478"/>
                      <a:pt x="914" y="2609"/>
                      <a:pt x="1148" y="2609"/>
                    </a:cubicBezTo>
                    <a:cubicBezTo>
                      <a:pt x="1441" y="2609"/>
                      <a:pt x="1713" y="2405"/>
                      <a:pt x="1767" y="2059"/>
                    </a:cubicBezTo>
                    <a:cubicBezTo>
                      <a:pt x="1825" y="1676"/>
                      <a:pt x="2117" y="118"/>
                      <a:pt x="2117" y="118"/>
                    </a:cubicBezTo>
                    <a:cubicBezTo>
                      <a:pt x="1897" y="14"/>
                      <a:pt x="1494" y="1"/>
                      <a:pt x="1494" y="1"/>
                    </a:cubicBezTo>
                    <a:lnTo>
                      <a:pt x="1150" y="1637"/>
                    </a:lnTo>
                    <a:cubicBezTo>
                      <a:pt x="1150" y="1637"/>
                      <a:pt x="533" y="79"/>
                      <a:pt x="13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27"/>
              <p:cNvSpPr/>
              <p:nvPr/>
            </p:nvSpPr>
            <p:spPr>
              <a:xfrm>
                <a:off x="5593429" y="3945636"/>
                <a:ext cx="339663" cy="326478"/>
              </a:xfrm>
              <a:custGeom>
                <a:rect b="b" l="l" r="r" t="t"/>
                <a:pathLst>
                  <a:path extrusionOk="0" h="2798" w="2911">
                    <a:moveTo>
                      <a:pt x="1251" y="0"/>
                    </a:moveTo>
                    <a:cubicBezTo>
                      <a:pt x="1147" y="0"/>
                      <a:pt x="1049" y="25"/>
                      <a:pt x="962" y="60"/>
                    </a:cubicBezTo>
                    <a:cubicBezTo>
                      <a:pt x="806" y="118"/>
                      <a:pt x="683" y="242"/>
                      <a:pt x="624" y="398"/>
                    </a:cubicBezTo>
                    <a:cubicBezTo>
                      <a:pt x="572" y="540"/>
                      <a:pt x="585" y="703"/>
                      <a:pt x="501" y="826"/>
                    </a:cubicBezTo>
                    <a:cubicBezTo>
                      <a:pt x="429" y="911"/>
                      <a:pt x="345" y="989"/>
                      <a:pt x="254" y="1054"/>
                    </a:cubicBezTo>
                    <a:cubicBezTo>
                      <a:pt x="169" y="1125"/>
                      <a:pt x="92" y="1235"/>
                      <a:pt x="124" y="1339"/>
                    </a:cubicBezTo>
                    <a:cubicBezTo>
                      <a:pt x="150" y="1430"/>
                      <a:pt x="241" y="1489"/>
                      <a:pt x="254" y="1580"/>
                    </a:cubicBezTo>
                    <a:cubicBezTo>
                      <a:pt x="254" y="1664"/>
                      <a:pt x="215" y="1748"/>
                      <a:pt x="150" y="1800"/>
                    </a:cubicBezTo>
                    <a:cubicBezTo>
                      <a:pt x="79" y="1852"/>
                      <a:pt x="33" y="1924"/>
                      <a:pt x="7" y="2002"/>
                    </a:cubicBezTo>
                    <a:cubicBezTo>
                      <a:pt x="1" y="2112"/>
                      <a:pt x="66" y="2210"/>
                      <a:pt x="163" y="2249"/>
                    </a:cubicBezTo>
                    <a:cubicBezTo>
                      <a:pt x="260" y="2281"/>
                      <a:pt x="358" y="2300"/>
                      <a:pt x="462" y="2300"/>
                    </a:cubicBezTo>
                    <a:cubicBezTo>
                      <a:pt x="566" y="2300"/>
                      <a:pt x="663" y="2333"/>
                      <a:pt x="754" y="2385"/>
                    </a:cubicBezTo>
                    <a:cubicBezTo>
                      <a:pt x="838" y="2443"/>
                      <a:pt x="890" y="2547"/>
                      <a:pt x="962" y="2625"/>
                    </a:cubicBezTo>
                    <a:cubicBezTo>
                      <a:pt x="1065" y="2737"/>
                      <a:pt x="1208" y="2797"/>
                      <a:pt x="1355" y="2797"/>
                    </a:cubicBezTo>
                    <a:cubicBezTo>
                      <a:pt x="1430" y="2797"/>
                      <a:pt x="1506" y="2782"/>
                      <a:pt x="1579" y="2749"/>
                    </a:cubicBezTo>
                    <a:cubicBezTo>
                      <a:pt x="1683" y="2697"/>
                      <a:pt x="1774" y="2606"/>
                      <a:pt x="1890" y="2560"/>
                    </a:cubicBezTo>
                    <a:cubicBezTo>
                      <a:pt x="1965" y="2535"/>
                      <a:pt x="2043" y="2524"/>
                      <a:pt x="2122" y="2524"/>
                    </a:cubicBezTo>
                    <a:cubicBezTo>
                      <a:pt x="2166" y="2524"/>
                      <a:pt x="2210" y="2527"/>
                      <a:pt x="2254" y="2534"/>
                    </a:cubicBezTo>
                    <a:cubicBezTo>
                      <a:pt x="2316" y="2544"/>
                      <a:pt x="2378" y="2549"/>
                      <a:pt x="2438" y="2549"/>
                    </a:cubicBezTo>
                    <a:cubicBezTo>
                      <a:pt x="2499" y="2549"/>
                      <a:pt x="2559" y="2544"/>
                      <a:pt x="2618" y="2534"/>
                    </a:cubicBezTo>
                    <a:cubicBezTo>
                      <a:pt x="2741" y="2508"/>
                      <a:pt x="2845" y="2424"/>
                      <a:pt x="2884" y="2300"/>
                    </a:cubicBezTo>
                    <a:cubicBezTo>
                      <a:pt x="2910" y="2177"/>
                      <a:pt x="2839" y="2060"/>
                      <a:pt x="2761" y="1950"/>
                    </a:cubicBezTo>
                    <a:cubicBezTo>
                      <a:pt x="2683" y="1846"/>
                      <a:pt x="2598" y="1748"/>
                      <a:pt x="2585" y="1619"/>
                    </a:cubicBezTo>
                    <a:cubicBezTo>
                      <a:pt x="2572" y="1476"/>
                      <a:pt x="2670" y="1320"/>
                      <a:pt x="2605" y="1183"/>
                    </a:cubicBezTo>
                    <a:cubicBezTo>
                      <a:pt x="2566" y="1125"/>
                      <a:pt x="2507" y="1067"/>
                      <a:pt x="2443" y="1021"/>
                    </a:cubicBezTo>
                    <a:cubicBezTo>
                      <a:pt x="2384" y="976"/>
                      <a:pt x="2339" y="904"/>
                      <a:pt x="2313" y="826"/>
                    </a:cubicBezTo>
                    <a:cubicBezTo>
                      <a:pt x="2267" y="664"/>
                      <a:pt x="2261" y="450"/>
                      <a:pt x="2079" y="365"/>
                    </a:cubicBezTo>
                    <a:cubicBezTo>
                      <a:pt x="2040" y="359"/>
                      <a:pt x="2001" y="346"/>
                      <a:pt x="1962" y="339"/>
                    </a:cubicBezTo>
                    <a:cubicBezTo>
                      <a:pt x="1923" y="144"/>
                      <a:pt x="1702" y="60"/>
                      <a:pt x="1533" y="27"/>
                    </a:cubicBezTo>
                    <a:cubicBezTo>
                      <a:pt x="1449" y="8"/>
                      <a:pt x="1364" y="1"/>
                      <a:pt x="1287" y="1"/>
                    </a:cubicBezTo>
                    <a:cubicBezTo>
                      <a:pt x="1274" y="1"/>
                      <a:pt x="1262" y="0"/>
                      <a:pt x="125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27"/>
              <p:cNvSpPr/>
              <p:nvPr/>
            </p:nvSpPr>
            <p:spPr>
              <a:xfrm>
                <a:off x="5612332" y="4229175"/>
                <a:ext cx="271403" cy="377001"/>
              </a:xfrm>
              <a:custGeom>
                <a:rect b="b" l="l" r="r" t="t"/>
                <a:pathLst>
                  <a:path extrusionOk="0" h="3231" w="2326">
                    <a:moveTo>
                      <a:pt x="1086" y="0"/>
                    </a:moveTo>
                    <a:lnTo>
                      <a:pt x="683" y="46"/>
                    </a:lnTo>
                    <a:lnTo>
                      <a:pt x="546" y="59"/>
                    </a:lnTo>
                    <a:lnTo>
                      <a:pt x="501" y="319"/>
                    </a:lnTo>
                    <a:cubicBezTo>
                      <a:pt x="508" y="325"/>
                      <a:pt x="508" y="332"/>
                      <a:pt x="501" y="338"/>
                    </a:cubicBezTo>
                    <a:lnTo>
                      <a:pt x="397" y="981"/>
                    </a:lnTo>
                    <a:lnTo>
                      <a:pt x="378" y="1001"/>
                    </a:lnTo>
                    <a:cubicBezTo>
                      <a:pt x="313" y="1065"/>
                      <a:pt x="261" y="1137"/>
                      <a:pt x="215" y="1208"/>
                    </a:cubicBezTo>
                    <a:cubicBezTo>
                      <a:pt x="1" y="1553"/>
                      <a:pt x="1" y="1968"/>
                      <a:pt x="170" y="2215"/>
                    </a:cubicBezTo>
                    <a:cubicBezTo>
                      <a:pt x="228" y="2299"/>
                      <a:pt x="313" y="2358"/>
                      <a:pt x="410" y="2390"/>
                    </a:cubicBezTo>
                    <a:lnTo>
                      <a:pt x="287" y="3033"/>
                    </a:lnTo>
                    <a:cubicBezTo>
                      <a:pt x="628" y="3165"/>
                      <a:pt x="987" y="3230"/>
                      <a:pt x="1346" y="3230"/>
                    </a:cubicBezTo>
                    <a:cubicBezTo>
                      <a:pt x="1677" y="3230"/>
                      <a:pt x="2008" y="3175"/>
                      <a:pt x="2326" y="3066"/>
                    </a:cubicBezTo>
                    <a:lnTo>
                      <a:pt x="2287" y="1643"/>
                    </a:lnTo>
                    <a:lnTo>
                      <a:pt x="2248" y="137"/>
                    </a:lnTo>
                    <a:lnTo>
                      <a:pt x="2118" y="104"/>
                    </a:lnTo>
                    <a:lnTo>
                      <a:pt x="169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27"/>
              <p:cNvSpPr/>
              <p:nvPr/>
            </p:nvSpPr>
            <p:spPr>
              <a:xfrm>
                <a:off x="5663906" y="3974690"/>
                <a:ext cx="172107" cy="295323"/>
              </a:xfrm>
              <a:custGeom>
                <a:rect b="b" l="l" r="r" t="t"/>
                <a:pathLst>
                  <a:path extrusionOk="0" h="2531" w="1475">
                    <a:moveTo>
                      <a:pt x="756" y="1"/>
                    </a:moveTo>
                    <a:cubicBezTo>
                      <a:pt x="444" y="1"/>
                      <a:pt x="132" y="143"/>
                      <a:pt x="85" y="356"/>
                    </a:cubicBezTo>
                    <a:cubicBezTo>
                      <a:pt x="20" y="636"/>
                      <a:pt x="1" y="921"/>
                      <a:pt x="20" y="1207"/>
                    </a:cubicBezTo>
                    <a:lnTo>
                      <a:pt x="20" y="1214"/>
                    </a:lnTo>
                    <a:cubicBezTo>
                      <a:pt x="20" y="1220"/>
                      <a:pt x="20" y="1227"/>
                      <a:pt x="20" y="1233"/>
                    </a:cubicBezTo>
                    <a:cubicBezTo>
                      <a:pt x="20" y="1233"/>
                      <a:pt x="20" y="1240"/>
                      <a:pt x="20" y="1240"/>
                    </a:cubicBezTo>
                    <a:cubicBezTo>
                      <a:pt x="20" y="1240"/>
                      <a:pt x="20" y="1246"/>
                      <a:pt x="20" y="1246"/>
                    </a:cubicBezTo>
                    <a:cubicBezTo>
                      <a:pt x="33" y="1324"/>
                      <a:pt x="53" y="1396"/>
                      <a:pt x="85" y="1467"/>
                    </a:cubicBezTo>
                    <a:cubicBezTo>
                      <a:pt x="124" y="1551"/>
                      <a:pt x="182" y="1623"/>
                      <a:pt x="247" y="1681"/>
                    </a:cubicBezTo>
                    <a:cubicBezTo>
                      <a:pt x="312" y="1733"/>
                      <a:pt x="384" y="1785"/>
                      <a:pt x="449" y="1837"/>
                    </a:cubicBezTo>
                    <a:lnTo>
                      <a:pt x="494" y="1863"/>
                    </a:lnTo>
                    <a:cubicBezTo>
                      <a:pt x="501" y="1876"/>
                      <a:pt x="520" y="1883"/>
                      <a:pt x="520" y="1883"/>
                    </a:cubicBezTo>
                    <a:lnTo>
                      <a:pt x="533" y="1896"/>
                    </a:lnTo>
                    <a:cubicBezTo>
                      <a:pt x="540" y="1902"/>
                      <a:pt x="546" y="1909"/>
                      <a:pt x="553" y="1915"/>
                    </a:cubicBezTo>
                    <a:cubicBezTo>
                      <a:pt x="624" y="1993"/>
                      <a:pt x="663" y="2103"/>
                      <a:pt x="663" y="2337"/>
                    </a:cubicBezTo>
                    <a:cubicBezTo>
                      <a:pt x="719" y="2465"/>
                      <a:pt x="840" y="2530"/>
                      <a:pt x="961" y="2530"/>
                    </a:cubicBezTo>
                    <a:cubicBezTo>
                      <a:pt x="1078" y="2530"/>
                      <a:pt x="1196" y="2469"/>
                      <a:pt x="1254" y="2344"/>
                    </a:cubicBezTo>
                    <a:cubicBezTo>
                      <a:pt x="1254" y="2142"/>
                      <a:pt x="1280" y="1948"/>
                      <a:pt x="1319" y="1753"/>
                    </a:cubicBezTo>
                    <a:cubicBezTo>
                      <a:pt x="1358" y="1590"/>
                      <a:pt x="1403" y="1428"/>
                      <a:pt x="1475" y="1279"/>
                    </a:cubicBezTo>
                    <a:cubicBezTo>
                      <a:pt x="1475" y="1279"/>
                      <a:pt x="1475" y="1097"/>
                      <a:pt x="1468" y="895"/>
                    </a:cubicBezTo>
                    <a:cubicBezTo>
                      <a:pt x="1449" y="675"/>
                      <a:pt x="1429" y="415"/>
                      <a:pt x="1371" y="311"/>
                    </a:cubicBezTo>
                    <a:cubicBezTo>
                      <a:pt x="1256" y="92"/>
                      <a:pt x="1006" y="1"/>
                      <a:pt x="756" y="1"/>
                    </a:cubicBezTo>
                    <a:close/>
                  </a:path>
                </a:pathLst>
              </a:custGeom>
              <a:solidFill>
                <a:srgbClr val="F8C3A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" name="Google Shape;203;p27"/>
              <p:cNvSpPr/>
              <p:nvPr/>
            </p:nvSpPr>
            <p:spPr>
              <a:xfrm>
                <a:off x="5655621" y="3970490"/>
                <a:ext cx="190309" cy="131501"/>
              </a:xfrm>
              <a:custGeom>
                <a:rect b="b" l="l" r="r" t="t"/>
                <a:pathLst>
                  <a:path extrusionOk="0" h="1127" w="1631">
                    <a:moveTo>
                      <a:pt x="750" y="0"/>
                    </a:moveTo>
                    <a:cubicBezTo>
                      <a:pt x="708" y="0"/>
                      <a:pt x="666" y="3"/>
                      <a:pt x="624" y="9"/>
                    </a:cubicBezTo>
                    <a:cubicBezTo>
                      <a:pt x="253" y="55"/>
                      <a:pt x="0" y="392"/>
                      <a:pt x="59" y="756"/>
                    </a:cubicBezTo>
                    <a:cubicBezTo>
                      <a:pt x="175" y="737"/>
                      <a:pt x="279" y="691"/>
                      <a:pt x="370" y="620"/>
                    </a:cubicBezTo>
                    <a:cubicBezTo>
                      <a:pt x="461" y="542"/>
                      <a:pt x="539" y="464"/>
                      <a:pt x="617" y="373"/>
                    </a:cubicBezTo>
                    <a:cubicBezTo>
                      <a:pt x="650" y="464"/>
                      <a:pt x="715" y="542"/>
                      <a:pt x="799" y="594"/>
                    </a:cubicBezTo>
                    <a:cubicBezTo>
                      <a:pt x="869" y="637"/>
                      <a:pt x="948" y="662"/>
                      <a:pt x="1028" y="662"/>
                    </a:cubicBezTo>
                    <a:cubicBezTo>
                      <a:pt x="1045" y="662"/>
                      <a:pt x="1062" y="661"/>
                      <a:pt x="1078" y="659"/>
                    </a:cubicBezTo>
                    <a:cubicBezTo>
                      <a:pt x="1104" y="789"/>
                      <a:pt x="1169" y="899"/>
                      <a:pt x="1267" y="983"/>
                    </a:cubicBezTo>
                    <a:cubicBezTo>
                      <a:pt x="1364" y="1068"/>
                      <a:pt x="1487" y="1120"/>
                      <a:pt x="1617" y="1126"/>
                    </a:cubicBezTo>
                    <a:cubicBezTo>
                      <a:pt x="1630" y="931"/>
                      <a:pt x="1611" y="737"/>
                      <a:pt x="1559" y="548"/>
                    </a:cubicBezTo>
                    <a:cubicBezTo>
                      <a:pt x="1533" y="425"/>
                      <a:pt x="1474" y="314"/>
                      <a:pt x="1390" y="224"/>
                    </a:cubicBezTo>
                    <a:cubicBezTo>
                      <a:pt x="1286" y="133"/>
                      <a:pt x="1163" y="68"/>
                      <a:pt x="1026" y="42"/>
                    </a:cubicBezTo>
                    <a:cubicBezTo>
                      <a:pt x="937" y="15"/>
                      <a:pt x="844" y="0"/>
                      <a:pt x="75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" name="Google Shape;204;p27"/>
              <p:cNvSpPr/>
              <p:nvPr/>
            </p:nvSpPr>
            <p:spPr>
              <a:xfrm>
                <a:off x="5701998" y="4103273"/>
                <a:ext cx="19050" cy="18338"/>
              </a:xfrm>
              <a:custGeom>
                <a:rect b="b" l="l" r="r" t="t"/>
                <a:pathLst>
                  <a:path extrusionOk="0" h="101" w="105">
                    <a:moveTo>
                      <a:pt x="59" y="0"/>
                    </a:moveTo>
                    <a:cubicBezTo>
                      <a:pt x="46" y="0"/>
                      <a:pt x="27" y="7"/>
                      <a:pt x="20" y="13"/>
                    </a:cubicBezTo>
                    <a:cubicBezTo>
                      <a:pt x="7" y="20"/>
                      <a:pt x="1" y="33"/>
                      <a:pt x="1" y="52"/>
                    </a:cubicBezTo>
                    <a:cubicBezTo>
                      <a:pt x="1" y="65"/>
                      <a:pt x="1" y="78"/>
                      <a:pt x="7" y="91"/>
                    </a:cubicBezTo>
                    <a:cubicBezTo>
                      <a:pt x="12" y="96"/>
                      <a:pt x="16" y="100"/>
                      <a:pt x="21" y="100"/>
                    </a:cubicBezTo>
                    <a:cubicBezTo>
                      <a:pt x="23" y="100"/>
                      <a:pt x="25" y="100"/>
                      <a:pt x="27" y="98"/>
                    </a:cubicBezTo>
                    <a:cubicBezTo>
                      <a:pt x="33" y="98"/>
                      <a:pt x="40" y="91"/>
                      <a:pt x="33" y="85"/>
                    </a:cubicBezTo>
                    <a:cubicBezTo>
                      <a:pt x="33" y="72"/>
                      <a:pt x="27" y="65"/>
                      <a:pt x="27" y="52"/>
                    </a:cubicBezTo>
                    <a:cubicBezTo>
                      <a:pt x="27" y="46"/>
                      <a:pt x="27" y="39"/>
                      <a:pt x="33" y="39"/>
                    </a:cubicBezTo>
                    <a:cubicBezTo>
                      <a:pt x="33" y="33"/>
                      <a:pt x="40" y="33"/>
                      <a:pt x="46" y="33"/>
                    </a:cubicBezTo>
                    <a:lnTo>
                      <a:pt x="59" y="33"/>
                    </a:lnTo>
                    <a:cubicBezTo>
                      <a:pt x="72" y="33"/>
                      <a:pt x="79" y="33"/>
                      <a:pt x="85" y="39"/>
                    </a:cubicBezTo>
                    <a:cubicBezTo>
                      <a:pt x="92" y="39"/>
                      <a:pt x="98" y="39"/>
                      <a:pt x="105" y="33"/>
                    </a:cubicBezTo>
                    <a:cubicBezTo>
                      <a:pt x="105" y="26"/>
                      <a:pt x="105" y="20"/>
                      <a:pt x="98" y="13"/>
                    </a:cubicBezTo>
                    <a:cubicBezTo>
                      <a:pt x="85" y="7"/>
                      <a:pt x="72" y="0"/>
                      <a:pt x="59" y="0"/>
                    </a:cubicBezTo>
                    <a:close/>
                  </a:path>
                </a:pathLst>
              </a:custGeom>
              <a:solidFill>
                <a:srgbClr val="FBA47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27"/>
              <p:cNvSpPr/>
              <p:nvPr/>
            </p:nvSpPr>
            <p:spPr>
              <a:xfrm>
                <a:off x="5674524" y="4057185"/>
                <a:ext cx="32671" cy="16336"/>
              </a:xfrm>
              <a:custGeom>
                <a:rect b="b" l="l" r="r" t="t"/>
                <a:pathLst>
                  <a:path extrusionOk="0" h="140" w="280">
                    <a:moveTo>
                      <a:pt x="237" y="1"/>
                    </a:moveTo>
                    <a:cubicBezTo>
                      <a:pt x="226" y="1"/>
                      <a:pt x="215" y="6"/>
                      <a:pt x="208" y="13"/>
                    </a:cubicBezTo>
                    <a:lnTo>
                      <a:pt x="202" y="20"/>
                    </a:lnTo>
                    <a:cubicBezTo>
                      <a:pt x="176" y="39"/>
                      <a:pt x="150" y="52"/>
                      <a:pt x="124" y="59"/>
                    </a:cubicBezTo>
                    <a:lnTo>
                      <a:pt x="59" y="59"/>
                    </a:lnTo>
                    <a:cubicBezTo>
                      <a:pt x="53" y="57"/>
                      <a:pt x="47" y="56"/>
                      <a:pt x="42" y="56"/>
                    </a:cubicBezTo>
                    <a:cubicBezTo>
                      <a:pt x="22" y="56"/>
                      <a:pt x="6" y="66"/>
                      <a:pt x="1" y="91"/>
                    </a:cubicBezTo>
                    <a:cubicBezTo>
                      <a:pt x="1" y="111"/>
                      <a:pt x="13" y="130"/>
                      <a:pt x="33" y="136"/>
                    </a:cubicBezTo>
                    <a:cubicBezTo>
                      <a:pt x="47" y="139"/>
                      <a:pt x="62" y="140"/>
                      <a:pt x="76" y="140"/>
                    </a:cubicBezTo>
                    <a:cubicBezTo>
                      <a:pt x="147" y="140"/>
                      <a:pt x="218" y="114"/>
                      <a:pt x="267" y="65"/>
                    </a:cubicBezTo>
                    <a:cubicBezTo>
                      <a:pt x="280" y="46"/>
                      <a:pt x="280" y="26"/>
                      <a:pt x="260" y="13"/>
                    </a:cubicBezTo>
                    <a:cubicBezTo>
                      <a:pt x="254" y="4"/>
                      <a:pt x="246" y="1"/>
                      <a:pt x="23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27"/>
              <p:cNvSpPr/>
              <p:nvPr/>
            </p:nvSpPr>
            <p:spPr>
              <a:xfrm>
                <a:off x="5733099" y="4057535"/>
                <a:ext cx="34771" cy="17152"/>
              </a:xfrm>
              <a:custGeom>
                <a:rect b="b" l="l" r="r" t="t"/>
                <a:pathLst>
                  <a:path extrusionOk="0" h="147" w="298">
                    <a:moveTo>
                      <a:pt x="58" y="1"/>
                    </a:moveTo>
                    <a:cubicBezTo>
                      <a:pt x="27" y="1"/>
                      <a:pt x="0" y="43"/>
                      <a:pt x="31" y="69"/>
                    </a:cubicBezTo>
                    <a:cubicBezTo>
                      <a:pt x="77" y="119"/>
                      <a:pt x="138" y="146"/>
                      <a:pt x="203" y="146"/>
                    </a:cubicBezTo>
                    <a:cubicBezTo>
                      <a:pt x="222" y="146"/>
                      <a:pt x="240" y="144"/>
                      <a:pt x="258" y="140"/>
                    </a:cubicBezTo>
                    <a:cubicBezTo>
                      <a:pt x="284" y="133"/>
                      <a:pt x="297" y="101"/>
                      <a:pt x="284" y="82"/>
                    </a:cubicBezTo>
                    <a:cubicBezTo>
                      <a:pt x="279" y="66"/>
                      <a:pt x="260" y="54"/>
                      <a:pt x="243" y="54"/>
                    </a:cubicBezTo>
                    <a:cubicBezTo>
                      <a:pt x="239" y="54"/>
                      <a:pt x="236" y="54"/>
                      <a:pt x="232" y="56"/>
                    </a:cubicBezTo>
                    <a:lnTo>
                      <a:pt x="174" y="56"/>
                    </a:lnTo>
                    <a:lnTo>
                      <a:pt x="148" y="49"/>
                    </a:lnTo>
                    <a:lnTo>
                      <a:pt x="135" y="49"/>
                    </a:lnTo>
                    <a:cubicBezTo>
                      <a:pt x="128" y="43"/>
                      <a:pt x="115" y="43"/>
                      <a:pt x="109" y="36"/>
                    </a:cubicBezTo>
                    <a:lnTo>
                      <a:pt x="102" y="30"/>
                    </a:lnTo>
                    <a:lnTo>
                      <a:pt x="83" y="10"/>
                    </a:lnTo>
                    <a:cubicBezTo>
                      <a:pt x="75" y="3"/>
                      <a:pt x="66" y="1"/>
                      <a:pt x="5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27"/>
              <p:cNvSpPr/>
              <p:nvPr/>
            </p:nvSpPr>
            <p:spPr>
              <a:xfrm>
                <a:off x="5738233" y="4086706"/>
                <a:ext cx="15169" cy="12952"/>
              </a:xfrm>
              <a:custGeom>
                <a:rect b="b" l="l" r="r" t="t"/>
                <a:pathLst>
                  <a:path extrusionOk="0" h="111" w="130">
                    <a:moveTo>
                      <a:pt x="71" y="0"/>
                    </a:moveTo>
                    <a:cubicBezTo>
                      <a:pt x="0" y="0"/>
                      <a:pt x="0" y="111"/>
                      <a:pt x="71" y="111"/>
                    </a:cubicBezTo>
                    <a:cubicBezTo>
                      <a:pt x="104" y="111"/>
                      <a:pt x="130" y="85"/>
                      <a:pt x="130" y="59"/>
                    </a:cubicBezTo>
                    <a:cubicBezTo>
                      <a:pt x="130" y="26"/>
                      <a:pt x="104" y="0"/>
                      <a:pt x="7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" name="Google Shape;208;p27"/>
              <p:cNvSpPr/>
              <p:nvPr/>
            </p:nvSpPr>
            <p:spPr>
              <a:xfrm>
                <a:off x="5742783" y="4088223"/>
                <a:ext cx="3851" cy="4084"/>
              </a:xfrm>
              <a:custGeom>
                <a:rect b="b" l="l" r="r" t="t"/>
                <a:pathLst>
                  <a:path extrusionOk="0" h="35" w="33">
                    <a:moveTo>
                      <a:pt x="16" y="0"/>
                    </a:moveTo>
                    <a:cubicBezTo>
                      <a:pt x="8" y="0"/>
                      <a:pt x="0" y="7"/>
                      <a:pt x="0" y="20"/>
                    </a:cubicBezTo>
                    <a:cubicBezTo>
                      <a:pt x="0" y="30"/>
                      <a:pt x="8" y="34"/>
                      <a:pt x="16" y="34"/>
                    </a:cubicBezTo>
                    <a:cubicBezTo>
                      <a:pt x="24" y="34"/>
                      <a:pt x="32" y="30"/>
                      <a:pt x="32" y="20"/>
                    </a:cubicBezTo>
                    <a:cubicBezTo>
                      <a:pt x="32" y="7"/>
                      <a:pt x="24" y="0"/>
                      <a:pt x="1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" name="Google Shape;209;p27"/>
              <p:cNvSpPr/>
              <p:nvPr/>
            </p:nvSpPr>
            <p:spPr>
              <a:xfrm>
                <a:off x="5682108" y="4086706"/>
                <a:ext cx="15986" cy="13185"/>
              </a:xfrm>
              <a:custGeom>
                <a:rect b="b" l="l" r="r" t="t"/>
                <a:pathLst>
                  <a:path extrusionOk="0" h="113" w="137">
                    <a:moveTo>
                      <a:pt x="78" y="0"/>
                    </a:moveTo>
                    <a:cubicBezTo>
                      <a:pt x="26" y="0"/>
                      <a:pt x="0" y="59"/>
                      <a:pt x="39" y="98"/>
                    </a:cubicBezTo>
                    <a:cubicBezTo>
                      <a:pt x="49" y="108"/>
                      <a:pt x="63" y="112"/>
                      <a:pt x="76" y="112"/>
                    </a:cubicBezTo>
                    <a:cubicBezTo>
                      <a:pt x="106" y="112"/>
                      <a:pt x="137" y="90"/>
                      <a:pt x="137" y="59"/>
                    </a:cubicBezTo>
                    <a:cubicBezTo>
                      <a:pt x="137" y="26"/>
                      <a:pt x="111" y="0"/>
                      <a:pt x="7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27"/>
              <p:cNvSpPr/>
              <p:nvPr/>
            </p:nvSpPr>
            <p:spPr>
              <a:xfrm>
                <a:off x="5687359" y="4088223"/>
                <a:ext cx="3967" cy="3267"/>
              </a:xfrm>
              <a:custGeom>
                <a:rect b="b" l="l" r="r" t="t"/>
                <a:pathLst>
                  <a:path extrusionOk="0" h="28" w="34">
                    <a:moveTo>
                      <a:pt x="20" y="0"/>
                    </a:moveTo>
                    <a:cubicBezTo>
                      <a:pt x="0" y="0"/>
                      <a:pt x="19" y="28"/>
                      <a:pt x="29" y="28"/>
                    </a:cubicBezTo>
                    <a:cubicBezTo>
                      <a:pt x="31" y="28"/>
                      <a:pt x="33" y="26"/>
                      <a:pt x="33" y="20"/>
                    </a:cubicBezTo>
                    <a:cubicBezTo>
                      <a:pt x="33" y="7"/>
                      <a:pt x="27" y="0"/>
                      <a:pt x="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27"/>
              <p:cNvSpPr/>
              <p:nvPr/>
            </p:nvSpPr>
            <p:spPr>
              <a:xfrm>
                <a:off x="5702542" y="4134853"/>
                <a:ext cx="44086" cy="11439"/>
              </a:xfrm>
              <a:custGeom>
                <a:rect b="b" l="l" r="r" t="t"/>
                <a:pathLst>
                  <a:path extrusionOk="0" h="63" w="243">
                    <a:moveTo>
                      <a:pt x="129" y="0"/>
                    </a:moveTo>
                    <a:cubicBezTo>
                      <a:pt x="90" y="0"/>
                      <a:pt x="51" y="11"/>
                      <a:pt x="17" y="35"/>
                    </a:cubicBezTo>
                    <a:cubicBezTo>
                      <a:pt x="0" y="46"/>
                      <a:pt x="13" y="62"/>
                      <a:pt x="25" y="62"/>
                    </a:cubicBezTo>
                    <a:cubicBezTo>
                      <a:pt x="27" y="62"/>
                      <a:pt x="28" y="62"/>
                      <a:pt x="30" y="61"/>
                    </a:cubicBezTo>
                    <a:cubicBezTo>
                      <a:pt x="60" y="39"/>
                      <a:pt x="98" y="27"/>
                      <a:pt x="136" y="27"/>
                    </a:cubicBezTo>
                    <a:cubicBezTo>
                      <a:pt x="164" y="27"/>
                      <a:pt x="193" y="34"/>
                      <a:pt x="219" y="48"/>
                    </a:cubicBezTo>
                    <a:cubicBezTo>
                      <a:pt x="221" y="49"/>
                      <a:pt x="224" y="49"/>
                      <a:pt x="226" y="49"/>
                    </a:cubicBezTo>
                    <a:cubicBezTo>
                      <a:pt x="240" y="49"/>
                      <a:pt x="243" y="34"/>
                      <a:pt x="232" y="29"/>
                    </a:cubicBezTo>
                    <a:cubicBezTo>
                      <a:pt x="200" y="10"/>
                      <a:pt x="165" y="0"/>
                      <a:pt x="129" y="0"/>
                    </a:cubicBezTo>
                    <a:close/>
                  </a:path>
                </a:pathLst>
              </a:custGeom>
              <a:solidFill>
                <a:srgbClr val="FBA47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27"/>
              <p:cNvSpPr/>
              <p:nvPr/>
            </p:nvSpPr>
            <p:spPr>
              <a:xfrm>
                <a:off x="5824811" y="4086472"/>
                <a:ext cx="45389" cy="43173"/>
              </a:xfrm>
              <a:custGeom>
                <a:rect b="b" l="l" r="r" t="t"/>
                <a:pathLst>
                  <a:path extrusionOk="0" h="370" w="389">
                    <a:moveTo>
                      <a:pt x="188" y="1"/>
                    </a:moveTo>
                    <a:cubicBezTo>
                      <a:pt x="96" y="1"/>
                      <a:pt x="9" y="71"/>
                      <a:pt x="5" y="178"/>
                    </a:cubicBezTo>
                    <a:cubicBezTo>
                      <a:pt x="0" y="291"/>
                      <a:pt x="91" y="370"/>
                      <a:pt x="189" y="370"/>
                    </a:cubicBezTo>
                    <a:cubicBezTo>
                      <a:pt x="226" y="370"/>
                      <a:pt x="263" y="359"/>
                      <a:pt x="297" y="334"/>
                    </a:cubicBezTo>
                    <a:cubicBezTo>
                      <a:pt x="382" y="256"/>
                      <a:pt x="388" y="126"/>
                      <a:pt x="310" y="48"/>
                    </a:cubicBezTo>
                    <a:cubicBezTo>
                      <a:pt x="273" y="15"/>
                      <a:pt x="230" y="1"/>
                      <a:pt x="188" y="1"/>
                    </a:cubicBezTo>
                    <a:close/>
                  </a:path>
                </a:pathLst>
              </a:custGeom>
              <a:solidFill>
                <a:srgbClr val="F8C3A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27"/>
              <p:cNvSpPr/>
              <p:nvPr/>
            </p:nvSpPr>
            <p:spPr>
              <a:xfrm>
                <a:off x="5615366" y="4342124"/>
                <a:ext cx="57058" cy="165222"/>
              </a:xfrm>
              <a:custGeom>
                <a:rect b="b" l="l" r="r" t="t"/>
                <a:pathLst>
                  <a:path extrusionOk="0" h="1416" w="489">
                    <a:moveTo>
                      <a:pt x="488" y="0"/>
                    </a:moveTo>
                    <a:cubicBezTo>
                      <a:pt x="352" y="45"/>
                      <a:pt x="241" y="136"/>
                      <a:pt x="176" y="266"/>
                    </a:cubicBezTo>
                    <a:cubicBezTo>
                      <a:pt x="98" y="403"/>
                      <a:pt x="46" y="559"/>
                      <a:pt x="27" y="721"/>
                    </a:cubicBezTo>
                    <a:cubicBezTo>
                      <a:pt x="1" y="1000"/>
                      <a:pt x="111" y="1299"/>
                      <a:pt x="378" y="1416"/>
                    </a:cubicBezTo>
                    <a:cubicBezTo>
                      <a:pt x="391" y="1416"/>
                      <a:pt x="391" y="1409"/>
                      <a:pt x="384" y="1409"/>
                    </a:cubicBezTo>
                    <a:cubicBezTo>
                      <a:pt x="124" y="1292"/>
                      <a:pt x="14" y="1007"/>
                      <a:pt x="33" y="740"/>
                    </a:cubicBezTo>
                    <a:cubicBezTo>
                      <a:pt x="53" y="585"/>
                      <a:pt x="98" y="435"/>
                      <a:pt x="170" y="299"/>
                    </a:cubicBezTo>
                    <a:cubicBezTo>
                      <a:pt x="228" y="162"/>
                      <a:pt x="345" y="58"/>
                      <a:pt x="488" y="13"/>
                    </a:cubicBezTo>
                    <a:cubicBezTo>
                      <a:pt x="488" y="7"/>
                      <a:pt x="488" y="0"/>
                      <a:pt x="48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" name="Google Shape;214;p27"/>
              <p:cNvSpPr/>
              <p:nvPr/>
            </p:nvSpPr>
            <p:spPr>
              <a:xfrm>
                <a:off x="5654804" y="4253795"/>
                <a:ext cx="20536" cy="97313"/>
              </a:xfrm>
              <a:custGeom>
                <a:rect b="b" l="l" r="r" t="t"/>
                <a:pathLst>
                  <a:path extrusionOk="0" h="834" w="176">
                    <a:moveTo>
                      <a:pt x="170" y="0"/>
                    </a:moveTo>
                    <a:cubicBezTo>
                      <a:pt x="166" y="0"/>
                      <a:pt x="163" y="4"/>
                      <a:pt x="163" y="10"/>
                    </a:cubicBezTo>
                    <a:cubicBezTo>
                      <a:pt x="105" y="276"/>
                      <a:pt x="53" y="549"/>
                      <a:pt x="1" y="828"/>
                    </a:cubicBezTo>
                    <a:cubicBezTo>
                      <a:pt x="1" y="832"/>
                      <a:pt x="2" y="833"/>
                      <a:pt x="5" y="833"/>
                    </a:cubicBezTo>
                    <a:cubicBezTo>
                      <a:pt x="7" y="833"/>
                      <a:pt x="10" y="832"/>
                      <a:pt x="14" y="828"/>
                    </a:cubicBezTo>
                    <a:cubicBezTo>
                      <a:pt x="66" y="556"/>
                      <a:pt x="118" y="283"/>
                      <a:pt x="176" y="10"/>
                    </a:cubicBezTo>
                    <a:cubicBezTo>
                      <a:pt x="176" y="4"/>
                      <a:pt x="173" y="0"/>
                      <a:pt x="17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" name="Google Shape;215;p27"/>
              <p:cNvSpPr/>
              <p:nvPr/>
            </p:nvSpPr>
            <p:spPr>
              <a:xfrm>
                <a:off x="5874635" y="4286233"/>
                <a:ext cx="5367" cy="120883"/>
              </a:xfrm>
              <a:custGeom>
                <a:rect b="b" l="l" r="r" t="t"/>
                <a:pathLst>
                  <a:path extrusionOk="0" h="1036" w="46">
                    <a:moveTo>
                      <a:pt x="4" y="0"/>
                    </a:moveTo>
                    <a:cubicBezTo>
                      <a:pt x="2" y="0"/>
                      <a:pt x="0" y="2"/>
                      <a:pt x="0" y="5"/>
                    </a:cubicBezTo>
                    <a:cubicBezTo>
                      <a:pt x="7" y="349"/>
                      <a:pt x="20" y="693"/>
                      <a:pt x="33" y="1031"/>
                    </a:cubicBezTo>
                    <a:cubicBezTo>
                      <a:pt x="29" y="1034"/>
                      <a:pt x="33" y="1036"/>
                      <a:pt x="37" y="1036"/>
                    </a:cubicBezTo>
                    <a:cubicBezTo>
                      <a:pt x="41" y="1036"/>
                      <a:pt x="45" y="1034"/>
                      <a:pt x="45" y="1031"/>
                    </a:cubicBezTo>
                    <a:lnTo>
                      <a:pt x="13" y="5"/>
                    </a:lnTo>
                    <a:cubicBezTo>
                      <a:pt x="10" y="2"/>
                      <a:pt x="7" y="0"/>
                      <a:pt x="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6" name="Google Shape;216;p27"/>
            <p:cNvGrpSpPr/>
            <p:nvPr/>
          </p:nvGrpSpPr>
          <p:grpSpPr>
            <a:xfrm>
              <a:off x="5187966" y="1095940"/>
              <a:ext cx="871853" cy="790065"/>
              <a:chOff x="5369165" y="1387018"/>
              <a:chExt cx="755636" cy="684810"/>
            </a:xfrm>
          </p:grpSpPr>
          <p:sp>
            <p:nvSpPr>
              <p:cNvPr id="217" name="Google Shape;217;p27"/>
              <p:cNvSpPr/>
              <p:nvPr/>
            </p:nvSpPr>
            <p:spPr>
              <a:xfrm>
                <a:off x="5369165" y="1387018"/>
                <a:ext cx="755636" cy="684810"/>
              </a:xfrm>
              <a:custGeom>
                <a:rect b="b" l="l" r="r" t="t"/>
                <a:pathLst>
                  <a:path extrusionOk="0" h="5869" w="6476">
                    <a:moveTo>
                      <a:pt x="3542" y="0"/>
                    </a:moveTo>
                    <a:cubicBezTo>
                      <a:pt x="3146" y="0"/>
                      <a:pt x="2740" y="81"/>
                      <a:pt x="2345" y="257"/>
                    </a:cubicBezTo>
                    <a:cubicBezTo>
                      <a:pt x="403" y="1128"/>
                      <a:pt x="0" y="3706"/>
                      <a:pt x="1578" y="5122"/>
                    </a:cubicBezTo>
                    <a:cubicBezTo>
                      <a:pt x="1624" y="5161"/>
                      <a:pt x="1669" y="5200"/>
                      <a:pt x="1715" y="5239"/>
                    </a:cubicBezTo>
                    <a:cubicBezTo>
                      <a:pt x="1858" y="5349"/>
                      <a:pt x="2014" y="5453"/>
                      <a:pt x="2176" y="5537"/>
                    </a:cubicBezTo>
                    <a:cubicBezTo>
                      <a:pt x="2247" y="5576"/>
                      <a:pt x="2319" y="5609"/>
                      <a:pt x="2397" y="5641"/>
                    </a:cubicBezTo>
                    <a:lnTo>
                      <a:pt x="2410" y="5648"/>
                    </a:lnTo>
                    <a:lnTo>
                      <a:pt x="2423" y="5654"/>
                    </a:lnTo>
                    <a:cubicBezTo>
                      <a:pt x="2462" y="5667"/>
                      <a:pt x="2507" y="5687"/>
                      <a:pt x="2546" y="5700"/>
                    </a:cubicBezTo>
                    <a:cubicBezTo>
                      <a:pt x="2864" y="5810"/>
                      <a:pt x="3196" y="5869"/>
                      <a:pt x="3533" y="5869"/>
                    </a:cubicBezTo>
                    <a:cubicBezTo>
                      <a:pt x="3735" y="5869"/>
                      <a:pt x="3936" y="5849"/>
                      <a:pt x="4131" y="5810"/>
                    </a:cubicBezTo>
                    <a:cubicBezTo>
                      <a:pt x="4254" y="5784"/>
                      <a:pt x="4377" y="5752"/>
                      <a:pt x="4494" y="5713"/>
                    </a:cubicBezTo>
                    <a:cubicBezTo>
                      <a:pt x="4533" y="5693"/>
                      <a:pt x="4572" y="5680"/>
                      <a:pt x="4611" y="5667"/>
                    </a:cubicBezTo>
                    <a:cubicBezTo>
                      <a:pt x="4754" y="5609"/>
                      <a:pt x="4891" y="5544"/>
                      <a:pt x="5020" y="5466"/>
                    </a:cubicBezTo>
                    <a:cubicBezTo>
                      <a:pt x="5105" y="5414"/>
                      <a:pt x="5189" y="5362"/>
                      <a:pt x="5274" y="5304"/>
                    </a:cubicBezTo>
                    <a:cubicBezTo>
                      <a:pt x="5358" y="5239"/>
                      <a:pt x="5443" y="5167"/>
                      <a:pt x="5527" y="5096"/>
                    </a:cubicBezTo>
                    <a:cubicBezTo>
                      <a:pt x="6131" y="4537"/>
                      <a:pt x="6469" y="3751"/>
                      <a:pt x="6469" y="2933"/>
                    </a:cubicBezTo>
                    <a:lnTo>
                      <a:pt x="6475" y="2940"/>
                    </a:lnTo>
                    <a:cubicBezTo>
                      <a:pt x="6475" y="1243"/>
                      <a:pt x="5087" y="0"/>
                      <a:pt x="354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27"/>
              <p:cNvSpPr/>
              <p:nvPr/>
            </p:nvSpPr>
            <p:spPr>
              <a:xfrm>
                <a:off x="5851065" y="1698910"/>
                <a:ext cx="133485" cy="366150"/>
              </a:xfrm>
              <a:custGeom>
                <a:rect b="b" l="l" r="r" t="t"/>
                <a:pathLst>
                  <a:path extrusionOk="0" h="3138" w="1144">
                    <a:moveTo>
                      <a:pt x="416" y="0"/>
                    </a:moveTo>
                    <a:lnTo>
                      <a:pt x="312" y="786"/>
                    </a:lnTo>
                    <a:lnTo>
                      <a:pt x="306" y="838"/>
                    </a:lnTo>
                    <a:lnTo>
                      <a:pt x="286" y="968"/>
                    </a:lnTo>
                    <a:lnTo>
                      <a:pt x="273" y="1046"/>
                    </a:lnTo>
                    <a:lnTo>
                      <a:pt x="1" y="3137"/>
                    </a:lnTo>
                    <a:cubicBezTo>
                      <a:pt x="124" y="3111"/>
                      <a:pt x="247" y="3079"/>
                      <a:pt x="364" y="3040"/>
                    </a:cubicBezTo>
                    <a:cubicBezTo>
                      <a:pt x="403" y="3020"/>
                      <a:pt x="442" y="3007"/>
                      <a:pt x="481" y="2994"/>
                    </a:cubicBezTo>
                    <a:cubicBezTo>
                      <a:pt x="624" y="2936"/>
                      <a:pt x="761" y="2871"/>
                      <a:pt x="890" y="2793"/>
                    </a:cubicBezTo>
                    <a:cubicBezTo>
                      <a:pt x="975" y="2741"/>
                      <a:pt x="1059" y="2689"/>
                      <a:pt x="1144" y="2631"/>
                    </a:cubicBezTo>
                    <a:cubicBezTo>
                      <a:pt x="1020" y="1734"/>
                      <a:pt x="754" y="85"/>
                      <a:pt x="41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" name="Google Shape;219;p27"/>
              <p:cNvSpPr/>
              <p:nvPr/>
            </p:nvSpPr>
            <p:spPr>
              <a:xfrm>
                <a:off x="5616882" y="1398803"/>
                <a:ext cx="338846" cy="326594"/>
              </a:xfrm>
              <a:custGeom>
                <a:rect b="b" l="l" r="r" t="t"/>
                <a:pathLst>
                  <a:path extrusionOk="0" h="2799" w="2904">
                    <a:moveTo>
                      <a:pt x="1280" y="1"/>
                    </a:moveTo>
                    <a:cubicBezTo>
                      <a:pt x="1170" y="1"/>
                      <a:pt x="1060" y="20"/>
                      <a:pt x="956" y="59"/>
                    </a:cubicBezTo>
                    <a:cubicBezTo>
                      <a:pt x="806" y="124"/>
                      <a:pt x="683" y="241"/>
                      <a:pt x="624" y="397"/>
                    </a:cubicBezTo>
                    <a:cubicBezTo>
                      <a:pt x="572" y="540"/>
                      <a:pt x="585" y="702"/>
                      <a:pt x="501" y="832"/>
                    </a:cubicBezTo>
                    <a:cubicBezTo>
                      <a:pt x="430" y="916"/>
                      <a:pt x="345" y="988"/>
                      <a:pt x="254" y="1053"/>
                    </a:cubicBezTo>
                    <a:cubicBezTo>
                      <a:pt x="163" y="1124"/>
                      <a:pt x="92" y="1235"/>
                      <a:pt x="124" y="1345"/>
                    </a:cubicBezTo>
                    <a:cubicBezTo>
                      <a:pt x="150" y="1429"/>
                      <a:pt x="241" y="1494"/>
                      <a:pt x="254" y="1579"/>
                    </a:cubicBezTo>
                    <a:cubicBezTo>
                      <a:pt x="254" y="1670"/>
                      <a:pt x="215" y="1748"/>
                      <a:pt x="144" y="1800"/>
                    </a:cubicBezTo>
                    <a:cubicBezTo>
                      <a:pt x="79" y="1851"/>
                      <a:pt x="27" y="1923"/>
                      <a:pt x="7" y="2007"/>
                    </a:cubicBezTo>
                    <a:cubicBezTo>
                      <a:pt x="1" y="2111"/>
                      <a:pt x="59" y="2209"/>
                      <a:pt x="163" y="2248"/>
                    </a:cubicBezTo>
                    <a:cubicBezTo>
                      <a:pt x="254" y="2287"/>
                      <a:pt x="358" y="2306"/>
                      <a:pt x="462" y="2306"/>
                    </a:cubicBezTo>
                    <a:cubicBezTo>
                      <a:pt x="559" y="2306"/>
                      <a:pt x="663" y="2332"/>
                      <a:pt x="754" y="2384"/>
                    </a:cubicBezTo>
                    <a:cubicBezTo>
                      <a:pt x="839" y="2449"/>
                      <a:pt x="884" y="2546"/>
                      <a:pt x="956" y="2631"/>
                    </a:cubicBezTo>
                    <a:cubicBezTo>
                      <a:pt x="1061" y="2741"/>
                      <a:pt x="1203" y="2798"/>
                      <a:pt x="1346" y="2798"/>
                    </a:cubicBezTo>
                    <a:cubicBezTo>
                      <a:pt x="1423" y="2798"/>
                      <a:pt x="1500" y="2782"/>
                      <a:pt x="1573" y="2748"/>
                    </a:cubicBezTo>
                    <a:cubicBezTo>
                      <a:pt x="1683" y="2696"/>
                      <a:pt x="1774" y="2605"/>
                      <a:pt x="1884" y="2559"/>
                    </a:cubicBezTo>
                    <a:cubicBezTo>
                      <a:pt x="1968" y="2537"/>
                      <a:pt x="2052" y="2524"/>
                      <a:pt x="2134" y="2524"/>
                    </a:cubicBezTo>
                    <a:cubicBezTo>
                      <a:pt x="2172" y="2524"/>
                      <a:pt x="2211" y="2527"/>
                      <a:pt x="2248" y="2533"/>
                    </a:cubicBezTo>
                    <a:cubicBezTo>
                      <a:pt x="2310" y="2543"/>
                      <a:pt x="2371" y="2548"/>
                      <a:pt x="2433" y="2548"/>
                    </a:cubicBezTo>
                    <a:cubicBezTo>
                      <a:pt x="2495" y="2548"/>
                      <a:pt x="2556" y="2543"/>
                      <a:pt x="2618" y="2533"/>
                    </a:cubicBezTo>
                    <a:cubicBezTo>
                      <a:pt x="2742" y="2514"/>
                      <a:pt x="2845" y="2423"/>
                      <a:pt x="2878" y="2300"/>
                    </a:cubicBezTo>
                    <a:cubicBezTo>
                      <a:pt x="2904" y="2176"/>
                      <a:pt x="2833" y="2059"/>
                      <a:pt x="2761" y="1955"/>
                    </a:cubicBezTo>
                    <a:cubicBezTo>
                      <a:pt x="2683" y="1851"/>
                      <a:pt x="2599" y="1748"/>
                      <a:pt x="2586" y="1618"/>
                    </a:cubicBezTo>
                    <a:cubicBezTo>
                      <a:pt x="2573" y="1475"/>
                      <a:pt x="2664" y="1319"/>
                      <a:pt x="2605" y="1189"/>
                    </a:cubicBezTo>
                    <a:cubicBezTo>
                      <a:pt x="2560" y="1124"/>
                      <a:pt x="2508" y="1066"/>
                      <a:pt x="2443" y="1027"/>
                    </a:cubicBezTo>
                    <a:cubicBezTo>
                      <a:pt x="2378" y="975"/>
                      <a:pt x="2332" y="903"/>
                      <a:pt x="2313" y="832"/>
                    </a:cubicBezTo>
                    <a:cubicBezTo>
                      <a:pt x="2267" y="663"/>
                      <a:pt x="2261" y="455"/>
                      <a:pt x="2079" y="371"/>
                    </a:cubicBezTo>
                    <a:cubicBezTo>
                      <a:pt x="2040" y="358"/>
                      <a:pt x="2001" y="351"/>
                      <a:pt x="1956" y="345"/>
                    </a:cubicBezTo>
                    <a:cubicBezTo>
                      <a:pt x="1923" y="150"/>
                      <a:pt x="1702" y="66"/>
                      <a:pt x="1534" y="27"/>
                    </a:cubicBezTo>
                    <a:cubicBezTo>
                      <a:pt x="1449" y="7"/>
                      <a:pt x="1365" y="1"/>
                      <a:pt x="128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" name="Google Shape;220;p27"/>
              <p:cNvSpPr/>
              <p:nvPr/>
            </p:nvSpPr>
            <p:spPr>
              <a:xfrm>
                <a:off x="5635902" y="1682925"/>
                <a:ext cx="271403" cy="388903"/>
              </a:xfrm>
              <a:custGeom>
                <a:rect b="b" l="l" r="r" t="t"/>
                <a:pathLst>
                  <a:path extrusionOk="0" h="3333" w="2326">
                    <a:moveTo>
                      <a:pt x="1085" y="1"/>
                    </a:moveTo>
                    <a:lnTo>
                      <a:pt x="676" y="46"/>
                    </a:lnTo>
                    <a:lnTo>
                      <a:pt x="546" y="59"/>
                    </a:lnTo>
                    <a:lnTo>
                      <a:pt x="500" y="319"/>
                    </a:lnTo>
                    <a:cubicBezTo>
                      <a:pt x="500" y="326"/>
                      <a:pt x="500" y="332"/>
                      <a:pt x="500" y="339"/>
                    </a:cubicBezTo>
                    <a:lnTo>
                      <a:pt x="390" y="982"/>
                    </a:lnTo>
                    <a:lnTo>
                      <a:pt x="370" y="1001"/>
                    </a:lnTo>
                    <a:cubicBezTo>
                      <a:pt x="306" y="1066"/>
                      <a:pt x="254" y="1131"/>
                      <a:pt x="208" y="1209"/>
                    </a:cubicBezTo>
                    <a:cubicBezTo>
                      <a:pt x="20" y="1521"/>
                      <a:pt x="0" y="1891"/>
                      <a:pt x="124" y="2138"/>
                    </a:cubicBezTo>
                    <a:cubicBezTo>
                      <a:pt x="124" y="2138"/>
                      <a:pt x="124" y="2144"/>
                      <a:pt x="130" y="2151"/>
                    </a:cubicBezTo>
                    <a:cubicBezTo>
                      <a:pt x="182" y="2261"/>
                      <a:pt x="280" y="2352"/>
                      <a:pt x="403" y="2391"/>
                    </a:cubicBezTo>
                    <a:cubicBezTo>
                      <a:pt x="403" y="2391"/>
                      <a:pt x="351" y="2651"/>
                      <a:pt x="286" y="3001"/>
                    </a:cubicBezTo>
                    <a:lnTo>
                      <a:pt x="286" y="3021"/>
                    </a:lnTo>
                    <a:cubicBezTo>
                      <a:pt x="280" y="3066"/>
                      <a:pt x="267" y="3112"/>
                      <a:pt x="260" y="3164"/>
                    </a:cubicBezTo>
                    <a:cubicBezTo>
                      <a:pt x="578" y="3274"/>
                      <a:pt x="910" y="3333"/>
                      <a:pt x="1247" y="3333"/>
                    </a:cubicBezTo>
                    <a:cubicBezTo>
                      <a:pt x="1449" y="3333"/>
                      <a:pt x="1650" y="3313"/>
                      <a:pt x="1845" y="3274"/>
                    </a:cubicBezTo>
                    <a:cubicBezTo>
                      <a:pt x="1968" y="3248"/>
                      <a:pt x="2091" y="3216"/>
                      <a:pt x="2208" y="3177"/>
                    </a:cubicBezTo>
                    <a:cubicBezTo>
                      <a:pt x="2247" y="3157"/>
                      <a:pt x="2286" y="3144"/>
                      <a:pt x="2325" y="3131"/>
                    </a:cubicBezTo>
                    <a:lnTo>
                      <a:pt x="2254" y="137"/>
                    </a:lnTo>
                    <a:lnTo>
                      <a:pt x="2117" y="105"/>
                    </a:lnTo>
                    <a:lnTo>
                      <a:pt x="16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27"/>
              <p:cNvSpPr/>
              <p:nvPr/>
            </p:nvSpPr>
            <p:spPr>
              <a:xfrm>
                <a:off x="5685842" y="1427506"/>
                <a:ext cx="172923" cy="295557"/>
              </a:xfrm>
              <a:custGeom>
                <a:rect b="b" l="l" r="r" t="t"/>
                <a:pathLst>
                  <a:path extrusionOk="0" h="2533" w="1482">
                    <a:moveTo>
                      <a:pt x="759" y="1"/>
                    </a:moveTo>
                    <a:cubicBezTo>
                      <a:pt x="448" y="1"/>
                      <a:pt x="139" y="143"/>
                      <a:pt x="92" y="359"/>
                    </a:cubicBezTo>
                    <a:cubicBezTo>
                      <a:pt x="27" y="638"/>
                      <a:pt x="1" y="924"/>
                      <a:pt x="27" y="1209"/>
                    </a:cubicBezTo>
                    <a:lnTo>
                      <a:pt x="27" y="1216"/>
                    </a:lnTo>
                    <a:lnTo>
                      <a:pt x="27" y="1229"/>
                    </a:lnTo>
                    <a:lnTo>
                      <a:pt x="27" y="1242"/>
                    </a:lnTo>
                    <a:cubicBezTo>
                      <a:pt x="27" y="1242"/>
                      <a:pt x="27" y="1248"/>
                      <a:pt x="27" y="1248"/>
                    </a:cubicBezTo>
                    <a:cubicBezTo>
                      <a:pt x="40" y="1326"/>
                      <a:pt x="59" y="1398"/>
                      <a:pt x="92" y="1469"/>
                    </a:cubicBezTo>
                    <a:cubicBezTo>
                      <a:pt x="131" y="1554"/>
                      <a:pt x="189" y="1625"/>
                      <a:pt x="254" y="1683"/>
                    </a:cubicBezTo>
                    <a:cubicBezTo>
                      <a:pt x="332" y="1748"/>
                      <a:pt x="397" y="1794"/>
                      <a:pt x="456" y="1833"/>
                    </a:cubicBezTo>
                    <a:lnTo>
                      <a:pt x="501" y="1865"/>
                    </a:lnTo>
                    <a:lnTo>
                      <a:pt x="520" y="1885"/>
                    </a:lnTo>
                    <a:lnTo>
                      <a:pt x="527" y="1885"/>
                    </a:lnTo>
                    <a:lnTo>
                      <a:pt x="540" y="1898"/>
                    </a:lnTo>
                    <a:lnTo>
                      <a:pt x="559" y="1917"/>
                    </a:lnTo>
                    <a:cubicBezTo>
                      <a:pt x="637" y="1995"/>
                      <a:pt x="676" y="2106"/>
                      <a:pt x="676" y="2339"/>
                    </a:cubicBezTo>
                    <a:cubicBezTo>
                      <a:pt x="732" y="2468"/>
                      <a:pt x="851" y="2533"/>
                      <a:pt x="972" y="2533"/>
                    </a:cubicBezTo>
                    <a:cubicBezTo>
                      <a:pt x="1089" y="2533"/>
                      <a:pt x="1206" y="2471"/>
                      <a:pt x="1267" y="2346"/>
                    </a:cubicBezTo>
                    <a:cubicBezTo>
                      <a:pt x="1267" y="2145"/>
                      <a:pt x="1287" y="1950"/>
                      <a:pt x="1332" y="1755"/>
                    </a:cubicBezTo>
                    <a:cubicBezTo>
                      <a:pt x="1365" y="1586"/>
                      <a:pt x="1417" y="1430"/>
                      <a:pt x="1482" y="1274"/>
                    </a:cubicBezTo>
                    <a:cubicBezTo>
                      <a:pt x="1482" y="1274"/>
                      <a:pt x="1482" y="1099"/>
                      <a:pt x="1475" y="898"/>
                    </a:cubicBezTo>
                    <a:cubicBezTo>
                      <a:pt x="1456" y="677"/>
                      <a:pt x="1430" y="417"/>
                      <a:pt x="1378" y="313"/>
                    </a:cubicBezTo>
                    <a:cubicBezTo>
                      <a:pt x="1262" y="93"/>
                      <a:pt x="1010" y="1"/>
                      <a:pt x="759" y="1"/>
                    </a:cubicBezTo>
                    <a:close/>
                  </a:path>
                </a:pathLst>
              </a:custGeom>
              <a:solidFill>
                <a:srgbClr val="F8C3A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27"/>
              <p:cNvSpPr/>
              <p:nvPr/>
            </p:nvSpPr>
            <p:spPr>
              <a:xfrm>
                <a:off x="5679074" y="1424006"/>
                <a:ext cx="189609" cy="131034"/>
              </a:xfrm>
              <a:custGeom>
                <a:rect b="b" l="l" r="r" t="t"/>
                <a:pathLst>
                  <a:path extrusionOk="0" h="1123" w="1625">
                    <a:moveTo>
                      <a:pt x="723" y="1"/>
                    </a:moveTo>
                    <a:cubicBezTo>
                      <a:pt x="688" y="1"/>
                      <a:pt x="653" y="2"/>
                      <a:pt x="617" y="5"/>
                    </a:cubicBezTo>
                    <a:cubicBezTo>
                      <a:pt x="254" y="57"/>
                      <a:pt x="0" y="395"/>
                      <a:pt x="59" y="759"/>
                    </a:cubicBezTo>
                    <a:lnTo>
                      <a:pt x="59" y="752"/>
                    </a:lnTo>
                    <a:cubicBezTo>
                      <a:pt x="169" y="739"/>
                      <a:pt x="280" y="687"/>
                      <a:pt x="371" y="616"/>
                    </a:cubicBezTo>
                    <a:cubicBezTo>
                      <a:pt x="462" y="538"/>
                      <a:pt x="540" y="460"/>
                      <a:pt x="617" y="369"/>
                    </a:cubicBezTo>
                    <a:cubicBezTo>
                      <a:pt x="650" y="466"/>
                      <a:pt x="715" y="544"/>
                      <a:pt x="799" y="596"/>
                    </a:cubicBezTo>
                    <a:cubicBezTo>
                      <a:pt x="873" y="642"/>
                      <a:pt x="957" y="663"/>
                      <a:pt x="1043" y="663"/>
                    </a:cubicBezTo>
                    <a:cubicBezTo>
                      <a:pt x="1055" y="663"/>
                      <a:pt x="1067" y="662"/>
                      <a:pt x="1079" y="661"/>
                    </a:cubicBezTo>
                    <a:cubicBezTo>
                      <a:pt x="1098" y="785"/>
                      <a:pt x="1169" y="902"/>
                      <a:pt x="1267" y="986"/>
                    </a:cubicBezTo>
                    <a:cubicBezTo>
                      <a:pt x="1364" y="1070"/>
                      <a:pt x="1488" y="1116"/>
                      <a:pt x="1618" y="1122"/>
                    </a:cubicBezTo>
                    <a:cubicBezTo>
                      <a:pt x="1624" y="928"/>
                      <a:pt x="1605" y="733"/>
                      <a:pt x="1559" y="544"/>
                    </a:cubicBezTo>
                    <a:cubicBezTo>
                      <a:pt x="1527" y="421"/>
                      <a:pt x="1468" y="311"/>
                      <a:pt x="1384" y="220"/>
                    </a:cubicBezTo>
                    <a:cubicBezTo>
                      <a:pt x="1286" y="129"/>
                      <a:pt x="1156" y="70"/>
                      <a:pt x="1027" y="44"/>
                    </a:cubicBezTo>
                    <a:cubicBezTo>
                      <a:pt x="929" y="15"/>
                      <a:pt x="828" y="1"/>
                      <a:pt x="72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" name="Google Shape;223;p27"/>
              <p:cNvSpPr/>
              <p:nvPr/>
            </p:nvSpPr>
            <p:spPr>
              <a:xfrm>
                <a:off x="5727598" y="1552146"/>
                <a:ext cx="20541" cy="17922"/>
              </a:xfrm>
              <a:custGeom>
                <a:rect b="b" l="l" r="r" t="t"/>
                <a:pathLst>
                  <a:path extrusionOk="0" h="103" w="118">
                    <a:moveTo>
                      <a:pt x="50" y="0"/>
                    </a:moveTo>
                    <a:cubicBezTo>
                      <a:pt x="38" y="0"/>
                      <a:pt x="29" y="5"/>
                      <a:pt x="20" y="9"/>
                    </a:cubicBezTo>
                    <a:cubicBezTo>
                      <a:pt x="14" y="22"/>
                      <a:pt x="7" y="35"/>
                      <a:pt x="1" y="48"/>
                    </a:cubicBezTo>
                    <a:cubicBezTo>
                      <a:pt x="1" y="61"/>
                      <a:pt x="7" y="81"/>
                      <a:pt x="14" y="94"/>
                    </a:cubicBezTo>
                    <a:cubicBezTo>
                      <a:pt x="14" y="98"/>
                      <a:pt x="17" y="103"/>
                      <a:pt x="23" y="103"/>
                    </a:cubicBezTo>
                    <a:cubicBezTo>
                      <a:pt x="26" y="103"/>
                      <a:pt x="29" y="102"/>
                      <a:pt x="33" y="100"/>
                    </a:cubicBezTo>
                    <a:cubicBezTo>
                      <a:pt x="40" y="100"/>
                      <a:pt x="46" y="87"/>
                      <a:pt x="40" y="81"/>
                    </a:cubicBezTo>
                    <a:cubicBezTo>
                      <a:pt x="33" y="74"/>
                      <a:pt x="33" y="61"/>
                      <a:pt x="33" y="55"/>
                    </a:cubicBezTo>
                    <a:cubicBezTo>
                      <a:pt x="33" y="48"/>
                      <a:pt x="33" y="42"/>
                      <a:pt x="40" y="35"/>
                    </a:cubicBezTo>
                    <a:cubicBezTo>
                      <a:pt x="40" y="35"/>
                      <a:pt x="46" y="29"/>
                      <a:pt x="53" y="29"/>
                    </a:cubicBezTo>
                    <a:lnTo>
                      <a:pt x="72" y="29"/>
                    </a:lnTo>
                    <a:cubicBezTo>
                      <a:pt x="79" y="29"/>
                      <a:pt x="85" y="35"/>
                      <a:pt x="98" y="35"/>
                    </a:cubicBezTo>
                    <a:cubicBezTo>
                      <a:pt x="100" y="37"/>
                      <a:pt x="102" y="38"/>
                      <a:pt x="104" y="38"/>
                    </a:cubicBezTo>
                    <a:cubicBezTo>
                      <a:pt x="108" y="38"/>
                      <a:pt x="111" y="33"/>
                      <a:pt x="111" y="29"/>
                    </a:cubicBezTo>
                    <a:cubicBezTo>
                      <a:pt x="118" y="22"/>
                      <a:pt x="111" y="16"/>
                      <a:pt x="111" y="16"/>
                    </a:cubicBezTo>
                    <a:cubicBezTo>
                      <a:pt x="92" y="3"/>
                      <a:pt x="79" y="3"/>
                      <a:pt x="66" y="3"/>
                    </a:cubicBezTo>
                    <a:cubicBezTo>
                      <a:pt x="60" y="1"/>
                      <a:pt x="55" y="0"/>
                      <a:pt x="50" y="0"/>
                    </a:cubicBezTo>
                    <a:close/>
                  </a:path>
                </a:pathLst>
              </a:custGeom>
              <a:solidFill>
                <a:srgbClr val="FBA47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" name="Google Shape;224;p27"/>
              <p:cNvSpPr/>
              <p:nvPr/>
            </p:nvSpPr>
            <p:spPr>
              <a:xfrm>
                <a:off x="5694243" y="1508368"/>
                <a:ext cx="35005" cy="16452"/>
              </a:xfrm>
              <a:custGeom>
                <a:rect b="b" l="l" r="r" t="t"/>
                <a:pathLst>
                  <a:path extrusionOk="0" h="141" w="300">
                    <a:moveTo>
                      <a:pt x="218" y="0"/>
                    </a:moveTo>
                    <a:cubicBezTo>
                      <a:pt x="146" y="0"/>
                      <a:pt x="75" y="27"/>
                      <a:pt x="26" y="81"/>
                    </a:cubicBezTo>
                    <a:lnTo>
                      <a:pt x="20" y="75"/>
                    </a:lnTo>
                    <a:lnTo>
                      <a:pt x="20" y="75"/>
                    </a:lnTo>
                    <a:cubicBezTo>
                      <a:pt x="0" y="104"/>
                      <a:pt x="25" y="140"/>
                      <a:pt x="55" y="140"/>
                    </a:cubicBezTo>
                    <a:cubicBezTo>
                      <a:pt x="64" y="140"/>
                      <a:pt x="75" y="136"/>
                      <a:pt x="85" y="127"/>
                    </a:cubicBezTo>
                    <a:lnTo>
                      <a:pt x="85" y="120"/>
                    </a:lnTo>
                    <a:cubicBezTo>
                      <a:pt x="111" y="101"/>
                      <a:pt x="137" y="88"/>
                      <a:pt x="169" y="81"/>
                    </a:cubicBezTo>
                    <a:lnTo>
                      <a:pt x="241" y="81"/>
                    </a:lnTo>
                    <a:cubicBezTo>
                      <a:pt x="245" y="84"/>
                      <a:pt x="250" y="85"/>
                      <a:pt x="255" y="85"/>
                    </a:cubicBezTo>
                    <a:cubicBezTo>
                      <a:pt x="271" y="85"/>
                      <a:pt x="288" y="70"/>
                      <a:pt x="293" y="55"/>
                    </a:cubicBezTo>
                    <a:cubicBezTo>
                      <a:pt x="299" y="29"/>
                      <a:pt x="280" y="10"/>
                      <a:pt x="260" y="3"/>
                    </a:cubicBezTo>
                    <a:cubicBezTo>
                      <a:pt x="246" y="1"/>
                      <a:pt x="232" y="0"/>
                      <a:pt x="2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27"/>
              <p:cNvSpPr/>
              <p:nvPr/>
            </p:nvSpPr>
            <p:spPr>
              <a:xfrm>
                <a:off x="5756319" y="1508134"/>
                <a:ext cx="34305" cy="16102"/>
              </a:xfrm>
              <a:custGeom>
                <a:rect b="b" l="l" r="r" t="t"/>
                <a:pathLst>
                  <a:path extrusionOk="0" h="138" w="294">
                    <a:moveTo>
                      <a:pt x="108" y="0"/>
                    </a:moveTo>
                    <a:cubicBezTo>
                      <a:pt x="83" y="0"/>
                      <a:pt x="58" y="4"/>
                      <a:pt x="33" y="12"/>
                    </a:cubicBezTo>
                    <a:cubicBezTo>
                      <a:pt x="14" y="18"/>
                      <a:pt x="1" y="51"/>
                      <a:pt x="20" y="70"/>
                    </a:cubicBezTo>
                    <a:cubicBezTo>
                      <a:pt x="26" y="86"/>
                      <a:pt x="40" y="98"/>
                      <a:pt x="59" y="98"/>
                    </a:cubicBezTo>
                    <a:cubicBezTo>
                      <a:pt x="63" y="98"/>
                      <a:pt x="68" y="97"/>
                      <a:pt x="72" y="96"/>
                    </a:cubicBezTo>
                    <a:lnTo>
                      <a:pt x="163" y="96"/>
                    </a:lnTo>
                    <a:cubicBezTo>
                      <a:pt x="159" y="94"/>
                      <a:pt x="158" y="93"/>
                      <a:pt x="159" y="93"/>
                    </a:cubicBezTo>
                    <a:cubicBezTo>
                      <a:pt x="161" y="93"/>
                      <a:pt x="170" y="96"/>
                      <a:pt x="170" y="96"/>
                    </a:cubicBezTo>
                    <a:lnTo>
                      <a:pt x="189" y="103"/>
                    </a:lnTo>
                    <a:lnTo>
                      <a:pt x="202" y="109"/>
                    </a:lnTo>
                    <a:lnTo>
                      <a:pt x="222" y="129"/>
                    </a:lnTo>
                    <a:cubicBezTo>
                      <a:pt x="228" y="135"/>
                      <a:pt x="236" y="138"/>
                      <a:pt x="245" y="138"/>
                    </a:cubicBezTo>
                    <a:cubicBezTo>
                      <a:pt x="257" y="138"/>
                      <a:pt x="269" y="133"/>
                      <a:pt x="280" y="122"/>
                    </a:cubicBezTo>
                    <a:cubicBezTo>
                      <a:pt x="293" y="103"/>
                      <a:pt x="293" y="83"/>
                      <a:pt x="280" y="64"/>
                    </a:cubicBezTo>
                    <a:cubicBezTo>
                      <a:pt x="230" y="22"/>
                      <a:pt x="169" y="0"/>
                      <a:pt x="10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27"/>
              <p:cNvSpPr/>
              <p:nvPr/>
            </p:nvSpPr>
            <p:spPr>
              <a:xfrm>
                <a:off x="5761686" y="1539755"/>
                <a:ext cx="15986" cy="13302"/>
              </a:xfrm>
              <a:custGeom>
                <a:rect b="b" l="l" r="r" t="t"/>
                <a:pathLst>
                  <a:path extrusionOk="0" h="114" w="137">
                    <a:moveTo>
                      <a:pt x="78" y="1"/>
                    </a:moveTo>
                    <a:cubicBezTo>
                      <a:pt x="26" y="1"/>
                      <a:pt x="0" y="59"/>
                      <a:pt x="39" y="98"/>
                    </a:cubicBezTo>
                    <a:cubicBezTo>
                      <a:pt x="50" y="109"/>
                      <a:pt x="65" y="114"/>
                      <a:pt x="79" y="114"/>
                    </a:cubicBezTo>
                    <a:cubicBezTo>
                      <a:pt x="108" y="114"/>
                      <a:pt x="137" y="94"/>
                      <a:pt x="137" y="59"/>
                    </a:cubicBezTo>
                    <a:cubicBezTo>
                      <a:pt x="137" y="27"/>
                      <a:pt x="111" y="1"/>
                      <a:pt x="7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27"/>
              <p:cNvSpPr/>
              <p:nvPr/>
            </p:nvSpPr>
            <p:spPr>
              <a:xfrm>
                <a:off x="5766937" y="1541272"/>
                <a:ext cx="3967" cy="3384"/>
              </a:xfrm>
              <a:custGeom>
                <a:rect b="b" l="l" r="r" t="t"/>
                <a:pathLst>
                  <a:path extrusionOk="0" h="29" w="34">
                    <a:moveTo>
                      <a:pt x="20" y="1"/>
                    </a:moveTo>
                    <a:cubicBezTo>
                      <a:pt x="0" y="1"/>
                      <a:pt x="19" y="28"/>
                      <a:pt x="29" y="28"/>
                    </a:cubicBezTo>
                    <a:cubicBezTo>
                      <a:pt x="31" y="28"/>
                      <a:pt x="33" y="26"/>
                      <a:pt x="33" y="20"/>
                    </a:cubicBezTo>
                    <a:cubicBezTo>
                      <a:pt x="33" y="7"/>
                      <a:pt x="27" y="1"/>
                      <a:pt x="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" name="Google Shape;228;p27"/>
              <p:cNvSpPr/>
              <p:nvPr/>
            </p:nvSpPr>
            <p:spPr>
              <a:xfrm>
                <a:off x="5705561" y="1539755"/>
                <a:ext cx="15285" cy="13302"/>
              </a:xfrm>
              <a:custGeom>
                <a:rect b="b" l="l" r="r" t="t"/>
                <a:pathLst>
                  <a:path extrusionOk="0" h="114" w="131">
                    <a:moveTo>
                      <a:pt x="72" y="1"/>
                    </a:moveTo>
                    <a:cubicBezTo>
                      <a:pt x="20" y="1"/>
                      <a:pt x="1" y="59"/>
                      <a:pt x="33" y="98"/>
                    </a:cubicBezTo>
                    <a:cubicBezTo>
                      <a:pt x="46" y="109"/>
                      <a:pt x="61" y="114"/>
                      <a:pt x="76" y="114"/>
                    </a:cubicBezTo>
                    <a:cubicBezTo>
                      <a:pt x="105" y="114"/>
                      <a:pt x="131" y="94"/>
                      <a:pt x="131" y="59"/>
                    </a:cubicBezTo>
                    <a:cubicBezTo>
                      <a:pt x="131" y="27"/>
                      <a:pt x="105" y="1"/>
                      <a:pt x="7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" name="Google Shape;229;p27"/>
              <p:cNvSpPr/>
              <p:nvPr/>
            </p:nvSpPr>
            <p:spPr>
              <a:xfrm>
                <a:off x="5710112" y="1541856"/>
                <a:ext cx="4317" cy="3267"/>
              </a:xfrm>
              <a:custGeom>
                <a:rect b="b" l="l" r="r" t="t"/>
                <a:pathLst>
                  <a:path extrusionOk="0" h="28" w="37">
                    <a:moveTo>
                      <a:pt x="19" y="0"/>
                    </a:moveTo>
                    <a:cubicBezTo>
                      <a:pt x="10" y="0"/>
                      <a:pt x="1" y="5"/>
                      <a:pt x="1" y="15"/>
                    </a:cubicBezTo>
                    <a:cubicBezTo>
                      <a:pt x="1" y="22"/>
                      <a:pt x="7" y="28"/>
                      <a:pt x="20" y="28"/>
                    </a:cubicBezTo>
                    <a:cubicBezTo>
                      <a:pt x="27" y="28"/>
                      <a:pt x="33" y="22"/>
                      <a:pt x="33" y="15"/>
                    </a:cubicBezTo>
                    <a:cubicBezTo>
                      <a:pt x="36" y="5"/>
                      <a:pt x="28" y="0"/>
                      <a:pt x="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27"/>
              <p:cNvSpPr/>
              <p:nvPr/>
            </p:nvSpPr>
            <p:spPr>
              <a:xfrm>
                <a:off x="5724581" y="1579894"/>
                <a:ext cx="26604" cy="23336"/>
              </a:xfrm>
              <a:custGeom>
                <a:rect b="b" l="l" r="r" t="t"/>
                <a:pathLst>
                  <a:path extrusionOk="0" h="200" w="228">
                    <a:moveTo>
                      <a:pt x="124" y="1"/>
                    </a:moveTo>
                    <a:cubicBezTo>
                      <a:pt x="46" y="1"/>
                      <a:pt x="0" y="98"/>
                      <a:pt x="46" y="163"/>
                    </a:cubicBezTo>
                    <a:cubicBezTo>
                      <a:pt x="66" y="188"/>
                      <a:pt x="94" y="200"/>
                      <a:pt x="122" y="200"/>
                    </a:cubicBezTo>
                    <a:cubicBezTo>
                      <a:pt x="166" y="200"/>
                      <a:pt x="209" y="172"/>
                      <a:pt x="221" y="124"/>
                    </a:cubicBezTo>
                    <a:cubicBezTo>
                      <a:pt x="227" y="66"/>
                      <a:pt x="182" y="7"/>
                      <a:pt x="124" y="1"/>
                    </a:cubicBezTo>
                    <a:close/>
                  </a:path>
                </a:pathLst>
              </a:custGeom>
              <a:solidFill>
                <a:srgbClr val="FBA47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27"/>
              <p:cNvSpPr/>
              <p:nvPr/>
            </p:nvSpPr>
            <p:spPr>
              <a:xfrm>
                <a:off x="5731348" y="1597397"/>
                <a:ext cx="18319" cy="11435"/>
              </a:xfrm>
              <a:custGeom>
                <a:rect b="b" l="l" r="r" t="t"/>
                <a:pathLst>
                  <a:path extrusionOk="0" h="98" w="157">
                    <a:moveTo>
                      <a:pt x="111" y="0"/>
                    </a:moveTo>
                    <a:cubicBezTo>
                      <a:pt x="53" y="0"/>
                      <a:pt x="1" y="33"/>
                      <a:pt x="1" y="65"/>
                    </a:cubicBezTo>
                    <a:cubicBezTo>
                      <a:pt x="20" y="85"/>
                      <a:pt x="40" y="98"/>
                      <a:pt x="66" y="98"/>
                    </a:cubicBezTo>
                    <a:cubicBezTo>
                      <a:pt x="111" y="91"/>
                      <a:pt x="150" y="52"/>
                      <a:pt x="156" y="7"/>
                    </a:cubicBezTo>
                    <a:cubicBezTo>
                      <a:pt x="143" y="7"/>
                      <a:pt x="124" y="0"/>
                      <a:pt x="11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27"/>
              <p:cNvSpPr/>
              <p:nvPr/>
            </p:nvSpPr>
            <p:spPr>
              <a:xfrm>
                <a:off x="5732165" y="1580711"/>
                <a:ext cx="13652" cy="5367"/>
              </a:xfrm>
              <a:custGeom>
                <a:rect b="b" l="l" r="r" t="t"/>
                <a:pathLst>
                  <a:path extrusionOk="0" h="46" w="117">
                    <a:moveTo>
                      <a:pt x="59" y="0"/>
                    </a:moveTo>
                    <a:cubicBezTo>
                      <a:pt x="33" y="0"/>
                      <a:pt x="13" y="7"/>
                      <a:pt x="0" y="26"/>
                    </a:cubicBezTo>
                    <a:cubicBezTo>
                      <a:pt x="13" y="39"/>
                      <a:pt x="33" y="46"/>
                      <a:pt x="59" y="46"/>
                    </a:cubicBezTo>
                    <a:cubicBezTo>
                      <a:pt x="78" y="46"/>
                      <a:pt x="104" y="39"/>
                      <a:pt x="117" y="26"/>
                    </a:cubicBezTo>
                    <a:cubicBezTo>
                      <a:pt x="104" y="7"/>
                      <a:pt x="78" y="0"/>
                      <a:pt x="5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27"/>
              <p:cNvSpPr/>
              <p:nvPr/>
            </p:nvSpPr>
            <p:spPr>
              <a:xfrm>
                <a:off x="5848265" y="1539522"/>
                <a:ext cx="44573" cy="43173"/>
              </a:xfrm>
              <a:custGeom>
                <a:rect b="b" l="l" r="r" t="t"/>
                <a:pathLst>
                  <a:path extrusionOk="0" h="370" w="382">
                    <a:moveTo>
                      <a:pt x="189" y="1"/>
                    </a:moveTo>
                    <a:cubicBezTo>
                      <a:pt x="97" y="1"/>
                      <a:pt x="10" y="71"/>
                      <a:pt x="5" y="178"/>
                    </a:cubicBezTo>
                    <a:cubicBezTo>
                      <a:pt x="1" y="291"/>
                      <a:pt x="92" y="370"/>
                      <a:pt x="189" y="370"/>
                    </a:cubicBezTo>
                    <a:cubicBezTo>
                      <a:pt x="226" y="370"/>
                      <a:pt x="264" y="359"/>
                      <a:pt x="297" y="334"/>
                    </a:cubicBezTo>
                    <a:cubicBezTo>
                      <a:pt x="382" y="256"/>
                      <a:pt x="382" y="132"/>
                      <a:pt x="310" y="48"/>
                    </a:cubicBezTo>
                    <a:cubicBezTo>
                      <a:pt x="274" y="15"/>
                      <a:pt x="231" y="1"/>
                      <a:pt x="189" y="1"/>
                    </a:cubicBezTo>
                    <a:close/>
                  </a:path>
                </a:pathLst>
              </a:custGeom>
              <a:solidFill>
                <a:srgbClr val="F8C3A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" name="Google Shape;234;p27"/>
              <p:cNvSpPr/>
              <p:nvPr/>
            </p:nvSpPr>
            <p:spPr>
              <a:xfrm>
                <a:off x="5638936" y="1795174"/>
                <a:ext cx="57641" cy="166039"/>
              </a:xfrm>
              <a:custGeom>
                <a:rect b="b" l="l" r="r" t="t"/>
                <a:pathLst>
                  <a:path extrusionOk="0" h="1423" w="494">
                    <a:moveTo>
                      <a:pt x="481" y="0"/>
                    </a:moveTo>
                    <a:cubicBezTo>
                      <a:pt x="351" y="46"/>
                      <a:pt x="234" y="143"/>
                      <a:pt x="176" y="266"/>
                    </a:cubicBezTo>
                    <a:cubicBezTo>
                      <a:pt x="98" y="409"/>
                      <a:pt x="46" y="565"/>
                      <a:pt x="26" y="721"/>
                    </a:cubicBezTo>
                    <a:cubicBezTo>
                      <a:pt x="0" y="1000"/>
                      <a:pt x="111" y="1299"/>
                      <a:pt x="377" y="1422"/>
                    </a:cubicBezTo>
                    <a:cubicBezTo>
                      <a:pt x="383" y="1422"/>
                      <a:pt x="390" y="1409"/>
                      <a:pt x="383" y="1409"/>
                    </a:cubicBezTo>
                    <a:cubicBezTo>
                      <a:pt x="124" y="1293"/>
                      <a:pt x="13" y="1007"/>
                      <a:pt x="33" y="741"/>
                    </a:cubicBezTo>
                    <a:cubicBezTo>
                      <a:pt x="46" y="591"/>
                      <a:pt x="91" y="442"/>
                      <a:pt x="163" y="305"/>
                    </a:cubicBezTo>
                    <a:cubicBezTo>
                      <a:pt x="221" y="169"/>
                      <a:pt x="338" y="59"/>
                      <a:pt x="481" y="13"/>
                    </a:cubicBezTo>
                    <a:cubicBezTo>
                      <a:pt x="494" y="13"/>
                      <a:pt x="481" y="0"/>
                      <a:pt x="481" y="0"/>
                    </a:cubicBezTo>
                    <a:close/>
                  </a:path>
                </a:pathLst>
              </a:custGeom>
              <a:solidFill>
                <a:srgbClr val="996EC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" name="Google Shape;235;p27"/>
              <p:cNvSpPr/>
              <p:nvPr/>
            </p:nvSpPr>
            <p:spPr>
              <a:xfrm>
                <a:off x="5677558" y="1707078"/>
                <a:ext cx="20536" cy="97430"/>
              </a:xfrm>
              <a:custGeom>
                <a:rect b="b" l="l" r="r" t="t"/>
                <a:pathLst>
                  <a:path extrusionOk="0" h="835" w="176">
                    <a:moveTo>
                      <a:pt x="171" y="1"/>
                    </a:moveTo>
                    <a:cubicBezTo>
                      <a:pt x="168" y="1"/>
                      <a:pt x="166" y="3"/>
                      <a:pt x="163" y="8"/>
                    </a:cubicBezTo>
                    <a:cubicBezTo>
                      <a:pt x="111" y="281"/>
                      <a:pt x="59" y="554"/>
                      <a:pt x="0" y="827"/>
                    </a:cubicBezTo>
                    <a:cubicBezTo>
                      <a:pt x="0" y="830"/>
                      <a:pt x="5" y="834"/>
                      <a:pt x="8" y="834"/>
                    </a:cubicBezTo>
                    <a:cubicBezTo>
                      <a:pt x="11" y="834"/>
                      <a:pt x="13" y="832"/>
                      <a:pt x="13" y="827"/>
                    </a:cubicBezTo>
                    <a:lnTo>
                      <a:pt x="176" y="8"/>
                    </a:lnTo>
                    <a:cubicBezTo>
                      <a:pt x="176" y="5"/>
                      <a:pt x="174" y="1"/>
                      <a:pt x="171" y="1"/>
                    </a:cubicBezTo>
                    <a:close/>
                  </a:path>
                </a:pathLst>
              </a:custGeom>
              <a:solidFill>
                <a:srgbClr val="996EC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27"/>
              <p:cNvSpPr/>
              <p:nvPr/>
            </p:nvSpPr>
            <p:spPr>
              <a:xfrm>
                <a:off x="5897271" y="1739399"/>
                <a:ext cx="7701" cy="177707"/>
              </a:xfrm>
              <a:custGeom>
                <a:rect b="b" l="l" r="r" t="t"/>
                <a:pathLst>
                  <a:path extrusionOk="0" h="1523" w="66">
                    <a:moveTo>
                      <a:pt x="7" y="1"/>
                    </a:moveTo>
                    <a:cubicBezTo>
                      <a:pt x="4" y="1"/>
                      <a:pt x="1" y="4"/>
                      <a:pt x="1" y="11"/>
                    </a:cubicBezTo>
                    <a:cubicBezTo>
                      <a:pt x="20" y="511"/>
                      <a:pt x="33" y="1011"/>
                      <a:pt x="53" y="1517"/>
                    </a:cubicBezTo>
                    <a:cubicBezTo>
                      <a:pt x="53" y="1521"/>
                      <a:pt x="54" y="1522"/>
                      <a:pt x="57" y="1522"/>
                    </a:cubicBezTo>
                    <a:cubicBezTo>
                      <a:pt x="59" y="1522"/>
                      <a:pt x="63" y="1521"/>
                      <a:pt x="66" y="1517"/>
                    </a:cubicBezTo>
                    <a:cubicBezTo>
                      <a:pt x="46" y="1011"/>
                      <a:pt x="33" y="511"/>
                      <a:pt x="14" y="11"/>
                    </a:cubicBezTo>
                    <a:cubicBezTo>
                      <a:pt x="14" y="4"/>
                      <a:pt x="11" y="1"/>
                      <a:pt x="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27"/>
              <p:cNvSpPr/>
              <p:nvPr/>
            </p:nvSpPr>
            <p:spPr>
              <a:xfrm>
                <a:off x="5784439" y="1754101"/>
                <a:ext cx="107698" cy="111665"/>
              </a:xfrm>
              <a:custGeom>
                <a:rect b="b" l="l" r="r" t="t"/>
                <a:pathLst>
                  <a:path extrusionOk="0" h="957" w="923">
                    <a:moveTo>
                      <a:pt x="616" y="1"/>
                    </a:moveTo>
                    <a:cubicBezTo>
                      <a:pt x="521" y="1"/>
                      <a:pt x="292" y="351"/>
                      <a:pt x="208" y="424"/>
                    </a:cubicBezTo>
                    <a:cubicBezTo>
                      <a:pt x="239" y="344"/>
                      <a:pt x="194" y="182"/>
                      <a:pt x="111" y="182"/>
                    </a:cubicBezTo>
                    <a:cubicBezTo>
                      <a:pt x="107" y="182"/>
                      <a:pt x="102" y="182"/>
                      <a:pt x="98" y="183"/>
                    </a:cubicBezTo>
                    <a:cubicBezTo>
                      <a:pt x="13" y="196"/>
                      <a:pt x="52" y="625"/>
                      <a:pt x="0" y="677"/>
                    </a:cubicBezTo>
                    <a:lnTo>
                      <a:pt x="247" y="956"/>
                    </a:lnTo>
                    <a:cubicBezTo>
                      <a:pt x="396" y="917"/>
                      <a:pt x="526" y="820"/>
                      <a:pt x="611" y="690"/>
                    </a:cubicBezTo>
                    <a:cubicBezTo>
                      <a:pt x="754" y="644"/>
                      <a:pt x="909" y="541"/>
                      <a:pt x="896" y="502"/>
                    </a:cubicBezTo>
                    <a:cubicBezTo>
                      <a:pt x="893" y="495"/>
                      <a:pt x="884" y="493"/>
                      <a:pt x="869" y="493"/>
                    </a:cubicBezTo>
                    <a:cubicBezTo>
                      <a:pt x="794" y="493"/>
                      <a:pt x="591" y="566"/>
                      <a:pt x="591" y="566"/>
                    </a:cubicBezTo>
                    <a:cubicBezTo>
                      <a:pt x="591" y="566"/>
                      <a:pt x="922" y="385"/>
                      <a:pt x="883" y="313"/>
                    </a:cubicBezTo>
                    <a:cubicBezTo>
                      <a:pt x="878" y="304"/>
                      <a:pt x="868" y="300"/>
                      <a:pt x="854" y="300"/>
                    </a:cubicBezTo>
                    <a:cubicBezTo>
                      <a:pt x="767" y="300"/>
                      <a:pt x="546" y="450"/>
                      <a:pt x="546" y="450"/>
                    </a:cubicBezTo>
                    <a:cubicBezTo>
                      <a:pt x="546" y="450"/>
                      <a:pt x="883" y="190"/>
                      <a:pt x="825" y="112"/>
                    </a:cubicBezTo>
                    <a:cubicBezTo>
                      <a:pt x="818" y="104"/>
                      <a:pt x="808" y="101"/>
                      <a:pt x="796" y="101"/>
                    </a:cubicBezTo>
                    <a:cubicBezTo>
                      <a:pt x="699" y="101"/>
                      <a:pt x="461" y="333"/>
                      <a:pt x="461" y="333"/>
                    </a:cubicBezTo>
                    <a:cubicBezTo>
                      <a:pt x="461" y="333"/>
                      <a:pt x="689" y="60"/>
                      <a:pt x="637" y="8"/>
                    </a:cubicBezTo>
                    <a:cubicBezTo>
                      <a:pt x="631" y="3"/>
                      <a:pt x="624" y="1"/>
                      <a:pt x="616" y="1"/>
                    </a:cubicBezTo>
                    <a:close/>
                  </a:path>
                </a:pathLst>
              </a:custGeom>
              <a:solidFill>
                <a:srgbClr val="F8C3A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27"/>
              <p:cNvSpPr/>
              <p:nvPr/>
            </p:nvSpPr>
            <p:spPr>
              <a:xfrm>
                <a:off x="5562158" y="1688992"/>
                <a:ext cx="267086" cy="361599"/>
              </a:xfrm>
              <a:custGeom>
                <a:rect b="b" l="l" r="r" t="t"/>
                <a:pathLst>
                  <a:path extrusionOk="0" h="3099" w="2289">
                    <a:moveTo>
                      <a:pt x="1184" y="1"/>
                    </a:moveTo>
                    <a:cubicBezTo>
                      <a:pt x="678" y="66"/>
                      <a:pt x="262" y="1521"/>
                      <a:pt x="61" y="2547"/>
                    </a:cubicBezTo>
                    <a:cubicBezTo>
                      <a:pt x="1" y="2825"/>
                      <a:pt x="275" y="3098"/>
                      <a:pt x="560" y="3098"/>
                    </a:cubicBezTo>
                    <a:cubicBezTo>
                      <a:pt x="615" y="3098"/>
                      <a:pt x="670" y="3088"/>
                      <a:pt x="723" y="3066"/>
                    </a:cubicBezTo>
                    <a:cubicBezTo>
                      <a:pt x="775" y="3040"/>
                      <a:pt x="827" y="3014"/>
                      <a:pt x="879" y="2975"/>
                    </a:cubicBezTo>
                    <a:lnTo>
                      <a:pt x="886" y="2969"/>
                    </a:lnTo>
                    <a:cubicBezTo>
                      <a:pt x="1184" y="2768"/>
                      <a:pt x="1665" y="2274"/>
                      <a:pt x="1977" y="1936"/>
                    </a:cubicBezTo>
                    <a:lnTo>
                      <a:pt x="2139" y="1761"/>
                    </a:lnTo>
                    <a:cubicBezTo>
                      <a:pt x="2230" y="1664"/>
                      <a:pt x="2288" y="1599"/>
                      <a:pt x="2288" y="1599"/>
                    </a:cubicBezTo>
                    <a:cubicBezTo>
                      <a:pt x="2288" y="1599"/>
                      <a:pt x="2262" y="1560"/>
                      <a:pt x="2210" y="1495"/>
                    </a:cubicBezTo>
                    <a:cubicBezTo>
                      <a:pt x="2133" y="1378"/>
                      <a:pt x="2035" y="1274"/>
                      <a:pt x="1918" y="1189"/>
                    </a:cubicBezTo>
                    <a:cubicBezTo>
                      <a:pt x="1892" y="1176"/>
                      <a:pt x="1866" y="1157"/>
                      <a:pt x="1834" y="1144"/>
                    </a:cubicBezTo>
                    <a:lnTo>
                      <a:pt x="1756" y="1222"/>
                    </a:lnTo>
                    <a:lnTo>
                      <a:pt x="1606" y="1345"/>
                    </a:lnTo>
                    <a:lnTo>
                      <a:pt x="1048" y="1819"/>
                    </a:lnTo>
                    <a:lnTo>
                      <a:pt x="1048" y="1806"/>
                    </a:lnTo>
                    <a:lnTo>
                      <a:pt x="1054" y="1780"/>
                    </a:lnTo>
                    <a:lnTo>
                      <a:pt x="1126" y="1553"/>
                    </a:lnTo>
                    <a:lnTo>
                      <a:pt x="1295" y="1001"/>
                    </a:lnTo>
                    <a:lnTo>
                      <a:pt x="118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" name="Google Shape;239;p27"/>
              <p:cNvSpPr/>
              <p:nvPr/>
            </p:nvSpPr>
            <p:spPr>
              <a:xfrm>
                <a:off x="5632868" y="1824694"/>
                <a:ext cx="144103" cy="127651"/>
              </a:xfrm>
              <a:custGeom>
                <a:rect b="b" l="l" r="r" t="t"/>
                <a:pathLst>
                  <a:path extrusionOk="0" h="1094" w="1235">
                    <a:moveTo>
                      <a:pt x="1221" y="0"/>
                    </a:moveTo>
                    <a:cubicBezTo>
                      <a:pt x="1137" y="65"/>
                      <a:pt x="1046" y="130"/>
                      <a:pt x="955" y="202"/>
                    </a:cubicBezTo>
                    <a:cubicBezTo>
                      <a:pt x="864" y="267"/>
                      <a:pt x="786" y="332"/>
                      <a:pt x="702" y="397"/>
                    </a:cubicBezTo>
                    <a:cubicBezTo>
                      <a:pt x="624" y="468"/>
                      <a:pt x="539" y="533"/>
                      <a:pt x="468" y="604"/>
                    </a:cubicBezTo>
                    <a:cubicBezTo>
                      <a:pt x="396" y="676"/>
                      <a:pt x="319" y="747"/>
                      <a:pt x="241" y="819"/>
                    </a:cubicBezTo>
                    <a:cubicBezTo>
                      <a:pt x="169" y="897"/>
                      <a:pt x="98" y="975"/>
                      <a:pt x="26" y="1053"/>
                    </a:cubicBezTo>
                    <a:lnTo>
                      <a:pt x="0" y="1079"/>
                    </a:lnTo>
                    <a:cubicBezTo>
                      <a:pt x="0" y="1084"/>
                      <a:pt x="0" y="1093"/>
                      <a:pt x="7" y="1093"/>
                    </a:cubicBezTo>
                    <a:cubicBezTo>
                      <a:pt x="9" y="1093"/>
                      <a:pt x="11" y="1093"/>
                      <a:pt x="13" y="1092"/>
                    </a:cubicBezTo>
                    <a:cubicBezTo>
                      <a:pt x="78" y="1007"/>
                      <a:pt x="150" y="936"/>
                      <a:pt x="221" y="858"/>
                    </a:cubicBezTo>
                    <a:cubicBezTo>
                      <a:pt x="299" y="786"/>
                      <a:pt x="370" y="715"/>
                      <a:pt x="448" y="643"/>
                    </a:cubicBezTo>
                    <a:cubicBezTo>
                      <a:pt x="526" y="572"/>
                      <a:pt x="604" y="501"/>
                      <a:pt x="682" y="436"/>
                    </a:cubicBezTo>
                    <a:cubicBezTo>
                      <a:pt x="760" y="364"/>
                      <a:pt x="845" y="299"/>
                      <a:pt x="923" y="234"/>
                    </a:cubicBezTo>
                    <a:cubicBezTo>
                      <a:pt x="1007" y="169"/>
                      <a:pt x="1104" y="104"/>
                      <a:pt x="1195" y="39"/>
                    </a:cubicBezTo>
                    <a:lnTo>
                      <a:pt x="1228" y="13"/>
                    </a:lnTo>
                    <a:cubicBezTo>
                      <a:pt x="1234" y="7"/>
                      <a:pt x="1228" y="0"/>
                      <a:pt x="122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" name="Google Shape;240;p27"/>
              <p:cNvSpPr/>
              <p:nvPr/>
            </p:nvSpPr>
            <p:spPr>
              <a:xfrm>
                <a:off x="5682808" y="1789690"/>
                <a:ext cx="41072" cy="111432"/>
              </a:xfrm>
              <a:custGeom>
                <a:rect b="b" l="l" r="r" t="t"/>
                <a:pathLst>
                  <a:path extrusionOk="0" h="955" w="352">
                    <a:moveTo>
                      <a:pt x="348" y="1"/>
                    </a:moveTo>
                    <a:cubicBezTo>
                      <a:pt x="346" y="1"/>
                      <a:pt x="345" y="3"/>
                      <a:pt x="345" y="8"/>
                    </a:cubicBezTo>
                    <a:cubicBezTo>
                      <a:pt x="300" y="125"/>
                      <a:pt x="254" y="249"/>
                      <a:pt x="209" y="372"/>
                    </a:cubicBezTo>
                    <a:cubicBezTo>
                      <a:pt x="163" y="495"/>
                      <a:pt x="118" y="619"/>
                      <a:pt x="72" y="742"/>
                    </a:cubicBezTo>
                    <a:lnTo>
                      <a:pt x="1" y="950"/>
                    </a:lnTo>
                    <a:cubicBezTo>
                      <a:pt x="1" y="953"/>
                      <a:pt x="4" y="955"/>
                      <a:pt x="7" y="955"/>
                    </a:cubicBezTo>
                    <a:cubicBezTo>
                      <a:pt x="11" y="955"/>
                      <a:pt x="14" y="953"/>
                      <a:pt x="14" y="950"/>
                    </a:cubicBezTo>
                    <a:cubicBezTo>
                      <a:pt x="59" y="827"/>
                      <a:pt x="98" y="703"/>
                      <a:pt x="144" y="580"/>
                    </a:cubicBezTo>
                    <a:cubicBezTo>
                      <a:pt x="189" y="456"/>
                      <a:pt x="235" y="333"/>
                      <a:pt x="280" y="210"/>
                    </a:cubicBezTo>
                    <a:cubicBezTo>
                      <a:pt x="306" y="145"/>
                      <a:pt x="332" y="73"/>
                      <a:pt x="352" y="8"/>
                    </a:cubicBezTo>
                    <a:cubicBezTo>
                      <a:pt x="352" y="4"/>
                      <a:pt x="349" y="1"/>
                      <a:pt x="34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27"/>
              <p:cNvSpPr/>
              <p:nvPr/>
            </p:nvSpPr>
            <p:spPr>
              <a:xfrm>
                <a:off x="5637419" y="1875335"/>
                <a:ext cx="189259" cy="174557"/>
              </a:xfrm>
              <a:custGeom>
                <a:rect b="b" l="l" r="r" t="t"/>
                <a:pathLst>
                  <a:path extrusionOk="0" h="1496" w="1622">
                    <a:moveTo>
                      <a:pt x="1615" y="1"/>
                    </a:moveTo>
                    <a:cubicBezTo>
                      <a:pt x="1613" y="1"/>
                      <a:pt x="1611" y="3"/>
                      <a:pt x="1611" y="8"/>
                    </a:cubicBezTo>
                    <a:cubicBezTo>
                      <a:pt x="1526" y="125"/>
                      <a:pt x="1436" y="235"/>
                      <a:pt x="1338" y="352"/>
                    </a:cubicBezTo>
                    <a:cubicBezTo>
                      <a:pt x="1247" y="463"/>
                      <a:pt x="1150" y="567"/>
                      <a:pt x="1046" y="677"/>
                    </a:cubicBezTo>
                    <a:cubicBezTo>
                      <a:pt x="948" y="781"/>
                      <a:pt x="845" y="885"/>
                      <a:pt x="734" y="982"/>
                    </a:cubicBezTo>
                    <a:cubicBezTo>
                      <a:pt x="699" y="1015"/>
                      <a:pt x="665" y="1047"/>
                      <a:pt x="629" y="1080"/>
                    </a:cubicBezTo>
                    <a:lnTo>
                      <a:pt x="629" y="1080"/>
                    </a:lnTo>
                    <a:cubicBezTo>
                      <a:pt x="651" y="1060"/>
                      <a:pt x="673" y="1041"/>
                      <a:pt x="695" y="1021"/>
                    </a:cubicBezTo>
                    <a:cubicBezTo>
                      <a:pt x="806" y="924"/>
                      <a:pt x="910" y="820"/>
                      <a:pt x="1013" y="716"/>
                    </a:cubicBezTo>
                    <a:cubicBezTo>
                      <a:pt x="1111" y="612"/>
                      <a:pt x="1215" y="502"/>
                      <a:pt x="1306" y="391"/>
                    </a:cubicBezTo>
                    <a:cubicBezTo>
                      <a:pt x="1371" y="320"/>
                      <a:pt x="1436" y="242"/>
                      <a:pt x="1494" y="170"/>
                    </a:cubicBezTo>
                    <a:cubicBezTo>
                      <a:pt x="1526" y="131"/>
                      <a:pt x="1552" y="93"/>
                      <a:pt x="1585" y="54"/>
                    </a:cubicBezTo>
                    <a:lnTo>
                      <a:pt x="1617" y="8"/>
                    </a:lnTo>
                    <a:cubicBezTo>
                      <a:pt x="1621" y="4"/>
                      <a:pt x="1618" y="1"/>
                      <a:pt x="1615" y="1"/>
                    </a:cubicBezTo>
                    <a:close/>
                    <a:moveTo>
                      <a:pt x="629" y="1080"/>
                    </a:moveTo>
                    <a:lnTo>
                      <a:pt x="629" y="1080"/>
                    </a:lnTo>
                    <a:cubicBezTo>
                      <a:pt x="585" y="1119"/>
                      <a:pt x="542" y="1158"/>
                      <a:pt x="498" y="1196"/>
                    </a:cubicBezTo>
                    <a:lnTo>
                      <a:pt x="498" y="1196"/>
                    </a:lnTo>
                    <a:cubicBezTo>
                      <a:pt x="543" y="1158"/>
                      <a:pt x="587" y="1119"/>
                      <a:pt x="629" y="1080"/>
                    </a:cubicBezTo>
                    <a:close/>
                    <a:moveTo>
                      <a:pt x="498" y="1196"/>
                    </a:moveTo>
                    <a:cubicBezTo>
                      <a:pt x="469" y="1220"/>
                      <a:pt x="440" y="1244"/>
                      <a:pt x="409" y="1268"/>
                    </a:cubicBezTo>
                    <a:cubicBezTo>
                      <a:pt x="357" y="1307"/>
                      <a:pt x="306" y="1346"/>
                      <a:pt x="247" y="1385"/>
                    </a:cubicBezTo>
                    <a:lnTo>
                      <a:pt x="241" y="1385"/>
                    </a:lnTo>
                    <a:cubicBezTo>
                      <a:pt x="182" y="1424"/>
                      <a:pt x="124" y="1450"/>
                      <a:pt x="59" y="1476"/>
                    </a:cubicBezTo>
                    <a:cubicBezTo>
                      <a:pt x="46" y="1476"/>
                      <a:pt x="33" y="1482"/>
                      <a:pt x="20" y="1482"/>
                    </a:cubicBezTo>
                    <a:lnTo>
                      <a:pt x="7" y="1482"/>
                    </a:lnTo>
                    <a:cubicBezTo>
                      <a:pt x="0" y="1482"/>
                      <a:pt x="0" y="1495"/>
                      <a:pt x="7" y="1495"/>
                    </a:cubicBezTo>
                    <a:cubicBezTo>
                      <a:pt x="98" y="1476"/>
                      <a:pt x="182" y="1437"/>
                      <a:pt x="260" y="1385"/>
                    </a:cubicBezTo>
                    <a:cubicBezTo>
                      <a:pt x="299" y="1359"/>
                      <a:pt x="338" y="1333"/>
                      <a:pt x="370" y="1300"/>
                    </a:cubicBezTo>
                    <a:cubicBezTo>
                      <a:pt x="414" y="1267"/>
                      <a:pt x="456" y="1232"/>
                      <a:pt x="498" y="1196"/>
                    </a:cubicBezTo>
                    <a:close/>
                  </a:path>
                </a:pathLst>
              </a:custGeom>
              <a:solidFill>
                <a:srgbClr val="996ECF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2" name="Google Shape;242;p27"/>
            <p:cNvGrpSpPr/>
            <p:nvPr/>
          </p:nvGrpSpPr>
          <p:grpSpPr>
            <a:xfrm>
              <a:off x="4556061" y="2956043"/>
              <a:ext cx="843190" cy="794020"/>
              <a:chOff x="4612126" y="3192566"/>
              <a:chExt cx="728332" cy="685860"/>
            </a:xfrm>
          </p:grpSpPr>
          <p:sp>
            <p:nvSpPr>
              <p:cNvPr id="243" name="Google Shape;243;p27"/>
              <p:cNvSpPr/>
              <p:nvPr/>
            </p:nvSpPr>
            <p:spPr>
              <a:xfrm>
                <a:off x="4653082" y="3192566"/>
                <a:ext cx="687377" cy="685860"/>
              </a:xfrm>
              <a:custGeom>
                <a:rect b="b" l="l" r="r" t="t"/>
                <a:pathLst>
                  <a:path extrusionOk="0" h="5878" w="5891">
                    <a:moveTo>
                      <a:pt x="2946" y="0"/>
                    </a:moveTo>
                    <a:cubicBezTo>
                      <a:pt x="1597" y="0"/>
                      <a:pt x="397" y="935"/>
                      <a:pt x="91" y="2279"/>
                    </a:cubicBezTo>
                    <a:cubicBezTo>
                      <a:pt x="84" y="2299"/>
                      <a:pt x="78" y="2318"/>
                      <a:pt x="78" y="2338"/>
                    </a:cubicBezTo>
                    <a:cubicBezTo>
                      <a:pt x="13" y="2637"/>
                      <a:pt x="0" y="2942"/>
                      <a:pt x="26" y="3247"/>
                    </a:cubicBezTo>
                    <a:cubicBezTo>
                      <a:pt x="32" y="3299"/>
                      <a:pt x="39" y="3345"/>
                      <a:pt x="45" y="3397"/>
                    </a:cubicBezTo>
                    <a:cubicBezTo>
                      <a:pt x="282" y="4864"/>
                      <a:pt x="1546" y="5878"/>
                      <a:pt x="2947" y="5878"/>
                    </a:cubicBezTo>
                    <a:cubicBezTo>
                      <a:pt x="3239" y="5878"/>
                      <a:pt x="3536" y="5834"/>
                      <a:pt x="3832" y="5741"/>
                    </a:cubicBezTo>
                    <a:cubicBezTo>
                      <a:pt x="3910" y="5715"/>
                      <a:pt x="3994" y="5683"/>
                      <a:pt x="4072" y="5650"/>
                    </a:cubicBezTo>
                    <a:lnTo>
                      <a:pt x="4104" y="5637"/>
                    </a:lnTo>
                    <a:cubicBezTo>
                      <a:pt x="4345" y="5533"/>
                      <a:pt x="4572" y="5397"/>
                      <a:pt x="4773" y="5234"/>
                    </a:cubicBezTo>
                    <a:lnTo>
                      <a:pt x="4858" y="5176"/>
                    </a:lnTo>
                    <a:cubicBezTo>
                      <a:pt x="5514" y="4618"/>
                      <a:pt x="5890" y="3799"/>
                      <a:pt x="5890" y="2942"/>
                    </a:cubicBezTo>
                    <a:lnTo>
                      <a:pt x="5884" y="2942"/>
                    </a:lnTo>
                    <a:cubicBezTo>
                      <a:pt x="5884" y="1448"/>
                      <a:pt x="4767" y="188"/>
                      <a:pt x="3280" y="19"/>
                    </a:cubicBezTo>
                    <a:cubicBezTo>
                      <a:pt x="3168" y="7"/>
                      <a:pt x="3057" y="0"/>
                      <a:pt x="294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4" name="Google Shape;244;p27"/>
              <p:cNvSpPr/>
              <p:nvPr/>
            </p:nvSpPr>
            <p:spPr>
              <a:xfrm>
                <a:off x="5100094" y="3524412"/>
                <a:ext cx="110732" cy="338146"/>
              </a:xfrm>
              <a:custGeom>
                <a:rect b="b" l="l" r="r" t="t"/>
                <a:pathLst>
                  <a:path extrusionOk="0" h="2898" w="949">
                    <a:moveTo>
                      <a:pt x="183" y="1"/>
                    </a:moveTo>
                    <a:lnTo>
                      <a:pt x="1" y="2897"/>
                    </a:lnTo>
                    <a:cubicBezTo>
                      <a:pt x="85" y="2871"/>
                      <a:pt x="163" y="2839"/>
                      <a:pt x="248" y="2806"/>
                    </a:cubicBezTo>
                    <a:lnTo>
                      <a:pt x="273" y="2793"/>
                    </a:lnTo>
                    <a:cubicBezTo>
                      <a:pt x="514" y="2689"/>
                      <a:pt x="741" y="2553"/>
                      <a:pt x="949" y="2390"/>
                    </a:cubicBezTo>
                    <a:cubicBezTo>
                      <a:pt x="832" y="1481"/>
                      <a:pt x="585" y="104"/>
                      <a:pt x="18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27"/>
              <p:cNvSpPr/>
              <p:nvPr/>
            </p:nvSpPr>
            <p:spPr>
              <a:xfrm>
                <a:off x="4853893" y="3301314"/>
                <a:ext cx="110732" cy="107231"/>
              </a:xfrm>
              <a:custGeom>
                <a:rect b="b" l="l" r="r" t="t"/>
                <a:pathLst>
                  <a:path extrusionOk="0" h="919" w="949">
                    <a:moveTo>
                      <a:pt x="666" y="1"/>
                    </a:moveTo>
                    <a:cubicBezTo>
                      <a:pt x="569" y="1"/>
                      <a:pt x="317" y="327"/>
                      <a:pt x="227" y="386"/>
                    </a:cubicBezTo>
                    <a:cubicBezTo>
                      <a:pt x="265" y="305"/>
                      <a:pt x="230" y="132"/>
                      <a:pt x="146" y="132"/>
                    </a:cubicBezTo>
                    <a:cubicBezTo>
                      <a:pt x="143" y="132"/>
                      <a:pt x="140" y="133"/>
                      <a:pt x="136" y="133"/>
                    </a:cubicBezTo>
                    <a:cubicBezTo>
                      <a:pt x="46" y="146"/>
                      <a:pt x="58" y="575"/>
                      <a:pt x="0" y="620"/>
                    </a:cubicBezTo>
                    <a:lnTo>
                      <a:pt x="227" y="919"/>
                    </a:lnTo>
                    <a:cubicBezTo>
                      <a:pt x="377" y="893"/>
                      <a:pt x="513" y="808"/>
                      <a:pt x="611" y="685"/>
                    </a:cubicBezTo>
                    <a:cubicBezTo>
                      <a:pt x="760" y="653"/>
                      <a:pt x="922" y="562"/>
                      <a:pt x="909" y="516"/>
                    </a:cubicBezTo>
                    <a:cubicBezTo>
                      <a:pt x="906" y="509"/>
                      <a:pt x="892" y="506"/>
                      <a:pt x="873" y="506"/>
                    </a:cubicBezTo>
                    <a:cubicBezTo>
                      <a:pt x="790" y="506"/>
                      <a:pt x="598" y="562"/>
                      <a:pt x="598" y="562"/>
                    </a:cubicBezTo>
                    <a:cubicBezTo>
                      <a:pt x="598" y="562"/>
                      <a:pt x="948" y="406"/>
                      <a:pt x="916" y="334"/>
                    </a:cubicBezTo>
                    <a:cubicBezTo>
                      <a:pt x="909" y="323"/>
                      <a:pt x="895" y="318"/>
                      <a:pt x="877" y="318"/>
                    </a:cubicBezTo>
                    <a:cubicBezTo>
                      <a:pt x="781" y="318"/>
                      <a:pt x="559" y="445"/>
                      <a:pt x="559" y="445"/>
                    </a:cubicBezTo>
                    <a:cubicBezTo>
                      <a:pt x="559" y="445"/>
                      <a:pt x="922" y="211"/>
                      <a:pt x="870" y="127"/>
                    </a:cubicBezTo>
                    <a:cubicBezTo>
                      <a:pt x="863" y="117"/>
                      <a:pt x="852" y="113"/>
                      <a:pt x="837" y="113"/>
                    </a:cubicBezTo>
                    <a:cubicBezTo>
                      <a:pt x="736" y="113"/>
                      <a:pt x="487" y="321"/>
                      <a:pt x="487" y="321"/>
                    </a:cubicBezTo>
                    <a:cubicBezTo>
                      <a:pt x="487" y="321"/>
                      <a:pt x="740" y="62"/>
                      <a:pt x="688" y="10"/>
                    </a:cubicBezTo>
                    <a:cubicBezTo>
                      <a:pt x="682" y="4"/>
                      <a:pt x="675" y="1"/>
                      <a:pt x="666" y="1"/>
                    </a:cubicBezTo>
                    <a:close/>
                  </a:path>
                </a:pathLst>
              </a:custGeom>
              <a:solidFill>
                <a:srgbClr val="F8C3A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27"/>
              <p:cNvSpPr/>
              <p:nvPr/>
            </p:nvSpPr>
            <p:spPr>
              <a:xfrm>
                <a:off x="4612126" y="3355455"/>
                <a:ext cx="312359" cy="262302"/>
              </a:xfrm>
              <a:custGeom>
                <a:rect b="b" l="l" r="r" t="t"/>
                <a:pathLst>
                  <a:path extrusionOk="0" h="2248" w="2677">
                    <a:moveTo>
                      <a:pt x="2059" y="0"/>
                    </a:moveTo>
                    <a:cubicBezTo>
                      <a:pt x="2059" y="0"/>
                      <a:pt x="793" y="741"/>
                      <a:pt x="513" y="890"/>
                    </a:cubicBezTo>
                    <a:cubicBezTo>
                      <a:pt x="0" y="1163"/>
                      <a:pt x="7" y="1884"/>
                      <a:pt x="760" y="1981"/>
                    </a:cubicBezTo>
                    <a:cubicBezTo>
                      <a:pt x="1468" y="2078"/>
                      <a:pt x="2501" y="2247"/>
                      <a:pt x="2501" y="2247"/>
                    </a:cubicBezTo>
                    <a:lnTo>
                      <a:pt x="2676" y="1306"/>
                    </a:lnTo>
                    <a:cubicBezTo>
                      <a:pt x="2260" y="1273"/>
                      <a:pt x="1299" y="1260"/>
                      <a:pt x="1299" y="1260"/>
                    </a:cubicBezTo>
                    <a:lnTo>
                      <a:pt x="2481" y="487"/>
                    </a:lnTo>
                    <a:cubicBezTo>
                      <a:pt x="2410" y="208"/>
                      <a:pt x="2059" y="0"/>
                      <a:pt x="205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27"/>
              <p:cNvSpPr/>
              <p:nvPr/>
            </p:nvSpPr>
            <p:spPr>
              <a:xfrm>
                <a:off x="4709206" y="3502475"/>
                <a:ext cx="52274" cy="11668"/>
              </a:xfrm>
              <a:custGeom>
                <a:rect b="b" l="l" r="r" t="t"/>
                <a:pathLst>
                  <a:path extrusionOk="0" h="100" w="448">
                    <a:moveTo>
                      <a:pt x="435" y="0"/>
                    </a:moveTo>
                    <a:cubicBezTo>
                      <a:pt x="324" y="0"/>
                      <a:pt x="207" y="13"/>
                      <a:pt x="97" y="52"/>
                    </a:cubicBezTo>
                    <a:cubicBezTo>
                      <a:pt x="65" y="65"/>
                      <a:pt x="39" y="78"/>
                      <a:pt x="6" y="91"/>
                    </a:cubicBezTo>
                    <a:cubicBezTo>
                      <a:pt x="1" y="91"/>
                      <a:pt x="4" y="99"/>
                      <a:pt x="9" y="99"/>
                    </a:cubicBezTo>
                    <a:cubicBezTo>
                      <a:pt x="10" y="99"/>
                      <a:pt x="11" y="99"/>
                      <a:pt x="13" y="98"/>
                    </a:cubicBezTo>
                    <a:cubicBezTo>
                      <a:pt x="149" y="39"/>
                      <a:pt x="292" y="13"/>
                      <a:pt x="435" y="13"/>
                    </a:cubicBezTo>
                    <a:cubicBezTo>
                      <a:pt x="448" y="13"/>
                      <a:pt x="448" y="0"/>
                      <a:pt x="435" y="0"/>
                    </a:cubicBezTo>
                    <a:close/>
                  </a:path>
                </a:pathLst>
              </a:custGeom>
              <a:solidFill>
                <a:srgbClr val="996ECF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27"/>
              <p:cNvSpPr/>
              <p:nvPr/>
            </p:nvSpPr>
            <p:spPr>
              <a:xfrm>
                <a:off x="4838724" y="3225120"/>
                <a:ext cx="339546" cy="326478"/>
              </a:xfrm>
              <a:custGeom>
                <a:rect b="b" l="l" r="r" t="t"/>
                <a:pathLst>
                  <a:path extrusionOk="0" h="2798" w="2910">
                    <a:moveTo>
                      <a:pt x="1286" y="0"/>
                    </a:moveTo>
                    <a:cubicBezTo>
                      <a:pt x="1176" y="0"/>
                      <a:pt x="1065" y="20"/>
                      <a:pt x="961" y="59"/>
                    </a:cubicBezTo>
                    <a:cubicBezTo>
                      <a:pt x="805" y="124"/>
                      <a:pt x="682" y="241"/>
                      <a:pt x="624" y="396"/>
                    </a:cubicBezTo>
                    <a:cubicBezTo>
                      <a:pt x="572" y="539"/>
                      <a:pt x="585" y="702"/>
                      <a:pt x="507" y="831"/>
                    </a:cubicBezTo>
                    <a:cubicBezTo>
                      <a:pt x="429" y="916"/>
                      <a:pt x="344" y="987"/>
                      <a:pt x="253" y="1052"/>
                    </a:cubicBezTo>
                    <a:cubicBezTo>
                      <a:pt x="169" y="1124"/>
                      <a:pt x="91" y="1234"/>
                      <a:pt x="130" y="1345"/>
                    </a:cubicBezTo>
                    <a:cubicBezTo>
                      <a:pt x="156" y="1429"/>
                      <a:pt x="247" y="1487"/>
                      <a:pt x="253" y="1578"/>
                    </a:cubicBezTo>
                    <a:cubicBezTo>
                      <a:pt x="253" y="1663"/>
                      <a:pt x="214" y="1747"/>
                      <a:pt x="150" y="1799"/>
                    </a:cubicBezTo>
                    <a:cubicBezTo>
                      <a:pt x="78" y="1851"/>
                      <a:pt x="33" y="1923"/>
                      <a:pt x="7" y="2007"/>
                    </a:cubicBezTo>
                    <a:cubicBezTo>
                      <a:pt x="0" y="2111"/>
                      <a:pt x="65" y="2208"/>
                      <a:pt x="163" y="2247"/>
                    </a:cubicBezTo>
                    <a:cubicBezTo>
                      <a:pt x="260" y="2286"/>
                      <a:pt x="357" y="2306"/>
                      <a:pt x="461" y="2306"/>
                    </a:cubicBezTo>
                    <a:cubicBezTo>
                      <a:pt x="565" y="2306"/>
                      <a:pt x="669" y="2332"/>
                      <a:pt x="754" y="2384"/>
                    </a:cubicBezTo>
                    <a:cubicBezTo>
                      <a:pt x="844" y="2449"/>
                      <a:pt x="890" y="2546"/>
                      <a:pt x="961" y="2630"/>
                    </a:cubicBezTo>
                    <a:cubicBezTo>
                      <a:pt x="1063" y="2740"/>
                      <a:pt x="1205" y="2798"/>
                      <a:pt x="1350" y="2798"/>
                    </a:cubicBezTo>
                    <a:cubicBezTo>
                      <a:pt x="1428" y="2798"/>
                      <a:pt x="1506" y="2781"/>
                      <a:pt x="1578" y="2747"/>
                    </a:cubicBezTo>
                    <a:cubicBezTo>
                      <a:pt x="1689" y="2695"/>
                      <a:pt x="1780" y="2604"/>
                      <a:pt x="1890" y="2559"/>
                    </a:cubicBezTo>
                    <a:cubicBezTo>
                      <a:pt x="1965" y="2534"/>
                      <a:pt x="2043" y="2522"/>
                      <a:pt x="2121" y="2522"/>
                    </a:cubicBezTo>
                    <a:cubicBezTo>
                      <a:pt x="2165" y="2522"/>
                      <a:pt x="2209" y="2526"/>
                      <a:pt x="2254" y="2533"/>
                    </a:cubicBezTo>
                    <a:cubicBezTo>
                      <a:pt x="2315" y="2543"/>
                      <a:pt x="2377" y="2548"/>
                      <a:pt x="2439" y="2548"/>
                    </a:cubicBezTo>
                    <a:cubicBezTo>
                      <a:pt x="2501" y="2548"/>
                      <a:pt x="2562" y="2543"/>
                      <a:pt x="2624" y="2533"/>
                    </a:cubicBezTo>
                    <a:cubicBezTo>
                      <a:pt x="2747" y="2514"/>
                      <a:pt x="2845" y="2423"/>
                      <a:pt x="2884" y="2299"/>
                    </a:cubicBezTo>
                    <a:cubicBezTo>
                      <a:pt x="2910" y="2176"/>
                      <a:pt x="2838" y="2059"/>
                      <a:pt x="2760" y="1955"/>
                    </a:cubicBezTo>
                    <a:cubicBezTo>
                      <a:pt x="2682" y="1845"/>
                      <a:pt x="2598" y="1747"/>
                      <a:pt x="2585" y="1617"/>
                    </a:cubicBezTo>
                    <a:cubicBezTo>
                      <a:pt x="2578" y="1474"/>
                      <a:pt x="2669" y="1319"/>
                      <a:pt x="2604" y="1189"/>
                    </a:cubicBezTo>
                    <a:cubicBezTo>
                      <a:pt x="2565" y="1124"/>
                      <a:pt x="2507" y="1065"/>
                      <a:pt x="2442" y="1026"/>
                    </a:cubicBezTo>
                    <a:cubicBezTo>
                      <a:pt x="2384" y="974"/>
                      <a:pt x="2338" y="903"/>
                      <a:pt x="2319" y="825"/>
                    </a:cubicBezTo>
                    <a:cubicBezTo>
                      <a:pt x="2267" y="663"/>
                      <a:pt x="2267" y="455"/>
                      <a:pt x="2085" y="370"/>
                    </a:cubicBezTo>
                    <a:cubicBezTo>
                      <a:pt x="2046" y="357"/>
                      <a:pt x="2000" y="344"/>
                      <a:pt x="1961" y="338"/>
                    </a:cubicBezTo>
                    <a:cubicBezTo>
                      <a:pt x="1923" y="143"/>
                      <a:pt x="1708" y="59"/>
                      <a:pt x="1533" y="26"/>
                    </a:cubicBezTo>
                    <a:cubicBezTo>
                      <a:pt x="1455" y="7"/>
                      <a:pt x="1370" y="0"/>
                      <a:pt x="128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" name="Google Shape;249;p27"/>
              <p:cNvSpPr/>
              <p:nvPr/>
            </p:nvSpPr>
            <p:spPr>
              <a:xfrm>
                <a:off x="4850042" y="3507726"/>
                <a:ext cx="278988" cy="370350"/>
              </a:xfrm>
              <a:custGeom>
                <a:rect b="b" l="l" r="r" t="t"/>
                <a:pathLst>
                  <a:path extrusionOk="0" h="3174" w="2391">
                    <a:moveTo>
                      <a:pt x="644" y="1"/>
                    </a:moveTo>
                    <a:lnTo>
                      <a:pt x="462" y="942"/>
                    </a:lnTo>
                    <a:lnTo>
                      <a:pt x="449" y="1027"/>
                    </a:lnTo>
                    <a:cubicBezTo>
                      <a:pt x="384" y="1079"/>
                      <a:pt x="332" y="1144"/>
                      <a:pt x="286" y="1215"/>
                    </a:cubicBezTo>
                    <a:cubicBezTo>
                      <a:pt x="1" y="1676"/>
                      <a:pt x="98" y="2274"/>
                      <a:pt x="481" y="2404"/>
                    </a:cubicBezTo>
                    <a:cubicBezTo>
                      <a:pt x="481" y="2404"/>
                      <a:pt x="429" y="2670"/>
                      <a:pt x="364" y="3034"/>
                    </a:cubicBezTo>
                    <a:cubicBezTo>
                      <a:pt x="658" y="3126"/>
                      <a:pt x="964" y="3173"/>
                      <a:pt x="1271" y="3173"/>
                    </a:cubicBezTo>
                    <a:cubicBezTo>
                      <a:pt x="1567" y="3173"/>
                      <a:pt x="1863" y="3129"/>
                      <a:pt x="2150" y="3040"/>
                    </a:cubicBezTo>
                    <a:cubicBezTo>
                      <a:pt x="2228" y="3014"/>
                      <a:pt x="2313" y="2982"/>
                      <a:pt x="2391" y="2949"/>
                    </a:cubicBezTo>
                    <a:lnTo>
                      <a:pt x="2345" y="559"/>
                    </a:lnTo>
                    <a:lnTo>
                      <a:pt x="2345" y="540"/>
                    </a:lnTo>
                    <a:lnTo>
                      <a:pt x="2339" y="144"/>
                    </a:lnTo>
                    <a:lnTo>
                      <a:pt x="2202" y="111"/>
                    </a:lnTo>
                    <a:lnTo>
                      <a:pt x="1780" y="7"/>
                    </a:lnTo>
                    <a:lnTo>
                      <a:pt x="1170" y="7"/>
                    </a:lnTo>
                    <a:lnTo>
                      <a:pt x="71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" name="Google Shape;250;p27"/>
              <p:cNvSpPr/>
              <p:nvPr/>
            </p:nvSpPr>
            <p:spPr>
              <a:xfrm>
                <a:off x="4908384" y="3253824"/>
                <a:ext cx="172923" cy="295557"/>
              </a:xfrm>
              <a:custGeom>
                <a:rect b="b" l="l" r="r" t="t"/>
                <a:pathLst>
                  <a:path extrusionOk="0" h="2533" w="1482">
                    <a:moveTo>
                      <a:pt x="753" y="0"/>
                    </a:moveTo>
                    <a:cubicBezTo>
                      <a:pt x="443" y="0"/>
                      <a:pt x="135" y="142"/>
                      <a:pt x="92" y="358"/>
                    </a:cubicBezTo>
                    <a:cubicBezTo>
                      <a:pt x="20" y="637"/>
                      <a:pt x="1" y="923"/>
                      <a:pt x="27" y="1209"/>
                    </a:cubicBezTo>
                    <a:lnTo>
                      <a:pt x="27" y="1215"/>
                    </a:lnTo>
                    <a:lnTo>
                      <a:pt x="27" y="1228"/>
                    </a:lnTo>
                    <a:cubicBezTo>
                      <a:pt x="20" y="1235"/>
                      <a:pt x="20" y="1235"/>
                      <a:pt x="27" y="1241"/>
                    </a:cubicBezTo>
                    <a:lnTo>
                      <a:pt x="27" y="1248"/>
                    </a:lnTo>
                    <a:cubicBezTo>
                      <a:pt x="33" y="1326"/>
                      <a:pt x="59" y="1397"/>
                      <a:pt x="92" y="1469"/>
                    </a:cubicBezTo>
                    <a:cubicBezTo>
                      <a:pt x="124" y="1547"/>
                      <a:pt x="182" y="1625"/>
                      <a:pt x="254" y="1683"/>
                    </a:cubicBezTo>
                    <a:cubicBezTo>
                      <a:pt x="325" y="1748"/>
                      <a:pt x="397" y="1793"/>
                      <a:pt x="455" y="1832"/>
                    </a:cubicBezTo>
                    <a:lnTo>
                      <a:pt x="494" y="1865"/>
                    </a:lnTo>
                    <a:lnTo>
                      <a:pt x="520" y="1884"/>
                    </a:lnTo>
                    <a:lnTo>
                      <a:pt x="527" y="1884"/>
                    </a:lnTo>
                    <a:lnTo>
                      <a:pt x="540" y="1897"/>
                    </a:lnTo>
                    <a:lnTo>
                      <a:pt x="559" y="1917"/>
                    </a:lnTo>
                    <a:cubicBezTo>
                      <a:pt x="631" y="1995"/>
                      <a:pt x="670" y="2105"/>
                      <a:pt x="670" y="2339"/>
                    </a:cubicBezTo>
                    <a:cubicBezTo>
                      <a:pt x="725" y="2467"/>
                      <a:pt x="846" y="2532"/>
                      <a:pt x="967" y="2532"/>
                    </a:cubicBezTo>
                    <a:cubicBezTo>
                      <a:pt x="1085" y="2532"/>
                      <a:pt x="1203" y="2471"/>
                      <a:pt x="1261" y="2345"/>
                    </a:cubicBezTo>
                    <a:cubicBezTo>
                      <a:pt x="1261" y="2144"/>
                      <a:pt x="1287" y="1943"/>
                      <a:pt x="1326" y="1748"/>
                    </a:cubicBezTo>
                    <a:cubicBezTo>
                      <a:pt x="1364" y="1586"/>
                      <a:pt x="1410" y="1430"/>
                      <a:pt x="1481" y="1274"/>
                    </a:cubicBezTo>
                    <a:cubicBezTo>
                      <a:pt x="1481" y="1274"/>
                      <a:pt x="1481" y="1099"/>
                      <a:pt x="1468" y="897"/>
                    </a:cubicBezTo>
                    <a:cubicBezTo>
                      <a:pt x="1455" y="676"/>
                      <a:pt x="1429" y="417"/>
                      <a:pt x="1371" y="313"/>
                    </a:cubicBezTo>
                    <a:cubicBezTo>
                      <a:pt x="1255" y="93"/>
                      <a:pt x="1003" y="0"/>
                      <a:pt x="753" y="0"/>
                    </a:cubicBezTo>
                    <a:close/>
                  </a:path>
                </a:pathLst>
              </a:custGeom>
              <a:solidFill>
                <a:srgbClr val="F8C3A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27"/>
              <p:cNvSpPr/>
              <p:nvPr/>
            </p:nvSpPr>
            <p:spPr>
              <a:xfrm>
                <a:off x="4901966" y="3250324"/>
                <a:ext cx="189142" cy="131034"/>
              </a:xfrm>
              <a:custGeom>
                <a:rect b="b" l="l" r="r" t="t"/>
                <a:pathLst>
                  <a:path extrusionOk="0" h="1123" w="1621">
                    <a:moveTo>
                      <a:pt x="55" y="751"/>
                    </a:moveTo>
                    <a:lnTo>
                      <a:pt x="55" y="751"/>
                    </a:lnTo>
                    <a:cubicBezTo>
                      <a:pt x="53" y="751"/>
                      <a:pt x="51" y="752"/>
                      <a:pt x="49" y="752"/>
                    </a:cubicBezTo>
                    <a:lnTo>
                      <a:pt x="56" y="758"/>
                    </a:lnTo>
                    <a:cubicBezTo>
                      <a:pt x="55" y="756"/>
                      <a:pt x="55" y="754"/>
                      <a:pt x="55" y="751"/>
                    </a:cubicBezTo>
                    <a:close/>
                    <a:moveTo>
                      <a:pt x="716" y="0"/>
                    </a:moveTo>
                    <a:cubicBezTo>
                      <a:pt x="682" y="0"/>
                      <a:pt x="648" y="2"/>
                      <a:pt x="614" y="5"/>
                    </a:cubicBezTo>
                    <a:cubicBezTo>
                      <a:pt x="253" y="50"/>
                      <a:pt x="1" y="390"/>
                      <a:pt x="55" y="751"/>
                    </a:cubicBezTo>
                    <a:lnTo>
                      <a:pt x="55" y="751"/>
                    </a:lnTo>
                    <a:cubicBezTo>
                      <a:pt x="169" y="737"/>
                      <a:pt x="278" y="686"/>
                      <a:pt x="367" y="615"/>
                    </a:cubicBezTo>
                    <a:cubicBezTo>
                      <a:pt x="452" y="538"/>
                      <a:pt x="536" y="460"/>
                      <a:pt x="608" y="369"/>
                    </a:cubicBezTo>
                    <a:cubicBezTo>
                      <a:pt x="647" y="460"/>
                      <a:pt x="712" y="538"/>
                      <a:pt x="796" y="596"/>
                    </a:cubicBezTo>
                    <a:cubicBezTo>
                      <a:pt x="864" y="642"/>
                      <a:pt x="948" y="662"/>
                      <a:pt x="1033" y="662"/>
                    </a:cubicBezTo>
                    <a:cubicBezTo>
                      <a:pt x="1045" y="662"/>
                      <a:pt x="1057" y="662"/>
                      <a:pt x="1069" y="661"/>
                    </a:cubicBezTo>
                    <a:cubicBezTo>
                      <a:pt x="1121" y="921"/>
                      <a:pt x="1342" y="1109"/>
                      <a:pt x="1608" y="1122"/>
                    </a:cubicBezTo>
                    <a:cubicBezTo>
                      <a:pt x="1621" y="927"/>
                      <a:pt x="1601" y="732"/>
                      <a:pt x="1549" y="544"/>
                    </a:cubicBezTo>
                    <a:cubicBezTo>
                      <a:pt x="1523" y="421"/>
                      <a:pt x="1465" y="310"/>
                      <a:pt x="1381" y="219"/>
                    </a:cubicBezTo>
                    <a:cubicBezTo>
                      <a:pt x="1277" y="128"/>
                      <a:pt x="1153" y="70"/>
                      <a:pt x="1017" y="44"/>
                    </a:cubicBezTo>
                    <a:cubicBezTo>
                      <a:pt x="919" y="15"/>
                      <a:pt x="818" y="0"/>
                      <a:pt x="71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27"/>
              <p:cNvSpPr/>
              <p:nvPr/>
            </p:nvSpPr>
            <p:spPr>
              <a:xfrm>
                <a:off x="5069990" y="3365840"/>
                <a:ext cx="45389" cy="43523"/>
              </a:xfrm>
              <a:custGeom>
                <a:rect b="b" l="l" r="r" t="t"/>
                <a:pathLst>
                  <a:path extrusionOk="0" h="373" w="389">
                    <a:moveTo>
                      <a:pt x="189" y="0"/>
                    </a:moveTo>
                    <a:cubicBezTo>
                      <a:pt x="97" y="0"/>
                      <a:pt x="10" y="71"/>
                      <a:pt x="5" y="178"/>
                    </a:cubicBezTo>
                    <a:cubicBezTo>
                      <a:pt x="1" y="290"/>
                      <a:pt x="91" y="372"/>
                      <a:pt x="188" y="372"/>
                    </a:cubicBezTo>
                    <a:cubicBezTo>
                      <a:pt x="225" y="372"/>
                      <a:pt x="264" y="360"/>
                      <a:pt x="298" y="333"/>
                    </a:cubicBezTo>
                    <a:cubicBezTo>
                      <a:pt x="382" y="255"/>
                      <a:pt x="389" y="132"/>
                      <a:pt x="311" y="48"/>
                    </a:cubicBezTo>
                    <a:cubicBezTo>
                      <a:pt x="274" y="15"/>
                      <a:pt x="231" y="0"/>
                      <a:pt x="189" y="0"/>
                    </a:cubicBezTo>
                    <a:close/>
                  </a:path>
                </a:pathLst>
              </a:custGeom>
              <a:solidFill>
                <a:srgbClr val="F8C3A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27"/>
              <p:cNvSpPr/>
              <p:nvPr/>
            </p:nvSpPr>
            <p:spPr>
              <a:xfrm>
                <a:off x="4947823" y="3381881"/>
                <a:ext cx="19003" cy="17276"/>
              </a:xfrm>
              <a:custGeom>
                <a:rect b="b" l="l" r="r" t="t"/>
                <a:pathLst>
                  <a:path extrusionOk="0" h="101" w="111">
                    <a:moveTo>
                      <a:pt x="47" y="1"/>
                    </a:moveTo>
                    <a:cubicBezTo>
                      <a:pt x="38" y="1"/>
                      <a:pt x="29" y="5"/>
                      <a:pt x="20" y="10"/>
                    </a:cubicBezTo>
                    <a:cubicBezTo>
                      <a:pt x="7" y="23"/>
                      <a:pt x="0" y="36"/>
                      <a:pt x="0" y="49"/>
                    </a:cubicBezTo>
                    <a:cubicBezTo>
                      <a:pt x="0" y="62"/>
                      <a:pt x="0" y="75"/>
                      <a:pt x="7" y="88"/>
                    </a:cubicBezTo>
                    <a:cubicBezTo>
                      <a:pt x="13" y="101"/>
                      <a:pt x="20" y="101"/>
                      <a:pt x="26" y="101"/>
                    </a:cubicBezTo>
                    <a:cubicBezTo>
                      <a:pt x="33" y="101"/>
                      <a:pt x="39" y="88"/>
                      <a:pt x="39" y="81"/>
                    </a:cubicBezTo>
                    <a:cubicBezTo>
                      <a:pt x="33" y="75"/>
                      <a:pt x="26" y="62"/>
                      <a:pt x="26" y="55"/>
                    </a:cubicBezTo>
                    <a:cubicBezTo>
                      <a:pt x="26" y="49"/>
                      <a:pt x="26" y="43"/>
                      <a:pt x="26" y="36"/>
                    </a:cubicBezTo>
                    <a:cubicBezTo>
                      <a:pt x="33" y="30"/>
                      <a:pt x="33" y="30"/>
                      <a:pt x="39" y="30"/>
                    </a:cubicBezTo>
                    <a:lnTo>
                      <a:pt x="59" y="30"/>
                    </a:lnTo>
                    <a:cubicBezTo>
                      <a:pt x="72" y="30"/>
                      <a:pt x="78" y="36"/>
                      <a:pt x="85" y="36"/>
                    </a:cubicBezTo>
                    <a:cubicBezTo>
                      <a:pt x="87" y="38"/>
                      <a:pt x="89" y="39"/>
                      <a:pt x="90" y="39"/>
                    </a:cubicBezTo>
                    <a:cubicBezTo>
                      <a:pt x="95" y="39"/>
                      <a:pt x="100" y="34"/>
                      <a:pt x="104" y="30"/>
                    </a:cubicBezTo>
                    <a:cubicBezTo>
                      <a:pt x="111" y="23"/>
                      <a:pt x="111" y="17"/>
                      <a:pt x="104" y="10"/>
                    </a:cubicBezTo>
                    <a:cubicBezTo>
                      <a:pt x="91" y="4"/>
                      <a:pt x="72" y="4"/>
                      <a:pt x="59" y="4"/>
                    </a:cubicBezTo>
                    <a:cubicBezTo>
                      <a:pt x="55" y="2"/>
                      <a:pt x="51" y="1"/>
                      <a:pt x="47" y="1"/>
                    </a:cubicBezTo>
                    <a:close/>
                  </a:path>
                </a:pathLst>
              </a:custGeom>
              <a:solidFill>
                <a:srgbClr val="FBA47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" name="Google Shape;254;p27"/>
              <p:cNvSpPr/>
              <p:nvPr/>
            </p:nvSpPr>
            <p:spPr>
              <a:xfrm>
                <a:off x="4917485" y="3334569"/>
                <a:ext cx="33488" cy="16686"/>
              </a:xfrm>
              <a:custGeom>
                <a:rect b="b" l="l" r="r" t="t"/>
                <a:pathLst>
                  <a:path extrusionOk="0" h="143" w="287">
                    <a:moveTo>
                      <a:pt x="205" y="1"/>
                    </a:moveTo>
                    <a:cubicBezTo>
                      <a:pt x="135" y="1"/>
                      <a:pt x="68" y="27"/>
                      <a:pt x="14" y="75"/>
                    </a:cubicBezTo>
                    <a:cubicBezTo>
                      <a:pt x="1" y="95"/>
                      <a:pt x="1" y="121"/>
                      <a:pt x="14" y="134"/>
                    </a:cubicBezTo>
                    <a:cubicBezTo>
                      <a:pt x="22" y="140"/>
                      <a:pt x="32" y="143"/>
                      <a:pt x="42" y="143"/>
                    </a:cubicBezTo>
                    <a:cubicBezTo>
                      <a:pt x="54" y="143"/>
                      <a:pt x="65" y="138"/>
                      <a:pt x="72" y="127"/>
                    </a:cubicBezTo>
                    <a:cubicBezTo>
                      <a:pt x="72" y="127"/>
                      <a:pt x="79" y="127"/>
                      <a:pt x="79" y="121"/>
                    </a:cubicBezTo>
                    <a:cubicBezTo>
                      <a:pt x="98" y="101"/>
                      <a:pt x="130" y="88"/>
                      <a:pt x="156" y="82"/>
                    </a:cubicBezTo>
                    <a:lnTo>
                      <a:pt x="228" y="82"/>
                    </a:lnTo>
                    <a:cubicBezTo>
                      <a:pt x="234" y="83"/>
                      <a:pt x="239" y="84"/>
                      <a:pt x="244" y="84"/>
                    </a:cubicBezTo>
                    <a:cubicBezTo>
                      <a:pt x="262" y="84"/>
                      <a:pt x="276" y="75"/>
                      <a:pt x="286" y="49"/>
                    </a:cubicBezTo>
                    <a:cubicBezTo>
                      <a:pt x="286" y="30"/>
                      <a:pt x="273" y="10"/>
                      <a:pt x="247" y="4"/>
                    </a:cubicBezTo>
                    <a:cubicBezTo>
                      <a:pt x="233" y="2"/>
                      <a:pt x="219" y="1"/>
                      <a:pt x="2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" name="Google Shape;255;p27"/>
              <p:cNvSpPr/>
              <p:nvPr/>
            </p:nvSpPr>
            <p:spPr>
              <a:xfrm>
                <a:off x="4978860" y="3334452"/>
                <a:ext cx="34188" cy="15869"/>
              </a:xfrm>
              <a:custGeom>
                <a:rect b="b" l="l" r="r" t="t"/>
                <a:pathLst>
                  <a:path extrusionOk="0" h="136" w="293">
                    <a:moveTo>
                      <a:pt x="108" y="0"/>
                    </a:moveTo>
                    <a:cubicBezTo>
                      <a:pt x="83" y="0"/>
                      <a:pt x="58" y="4"/>
                      <a:pt x="33" y="11"/>
                    </a:cubicBezTo>
                    <a:cubicBezTo>
                      <a:pt x="7" y="18"/>
                      <a:pt x="1" y="44"/>
                      <a:pt x="14" y="63"/>
                    </a:cubicBezTo>
                    <a:cubicBezTo>
                      <a:pt x="19" y="83"/>
                      <a:pt x="35" y="92"/>
                      <a:pt x="51" y="92"/>
                    </a:cubicBezTo>
                    <a:cubicBezTo>
                      <a:pt x="56" y="92"/>
                      <a:pt x="61" y="91"/>
                      <a:pt x="66" y="89"/>
                    </a:cubicBezTo>
                    <a:lnTo>
                      <a:pt x="124" y="89"/>
                    </a:lnTo>
                    <a:lnTo>
                      <a:pt x="150" y="96"/>
                    </a:lnTo>
                    <a:lnTo>
                      <a:pt x="163" y="96"/>
                    </a:lnTo>
                    <a:cubicBezTo>
                      <a:pt x="169" y="96"/>
                      <a:pt x="182" y="102"/>
                      <a:pt x="189" y="102"/>
                    </a:cubicBezTo>
                    <a:lnTo>
                      <a:pt x="195" y="109"/>
                    </a:lnTo>
                    <a:lnTo>
                      <a:pt x="202" y="109"/>
                    </a:lnTo>
                    <a:cubicBezTo>
                      <a:pt x="208" y="115"/>
                      <a:pt x="215" y="122"/>
                      <a:pt x="221" y="128"/>
                    </a:cubicBezTo>
                    <a:cubicBezTo>
                      <a:pt x="229" y="133"/>
                      <a:pt x="237" y="135"/>
                      <a:pt x="246" y="135"/>
                    </a:cubicBezTo>
                    <a:cubicBezTo>
                      <a:pt x="259" y="135"/>
                      <a:pt x="272" y="130"/>
                      <a:pt x="280" y="122"/>
                    </a:cubicBezTo>
                    <a:cubicBezTo>
                      <a:pt x="293" y="102"/>
                      <a:pt x="293" y="76"/>
                      <a:pt x="273" y="63"/>
                    </a:cubicBezTo>
                    <a:cubicBezTo>
                      <a:pt x="227" y="22"/>
                      <a:pt x="168" y="0"/>
                      <a:pt x="10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27"/>
              <p:cNvSpPr/>
              <p:nvPr/>
            </p:nvSpPr>
            <p:spPr>
              <a:xfrm>
                <a:off x="4984228" y="3366073"/>
                <a:ext cx="15169" cy="13185"/>
              </a:xfrm>
              <a:custGeom>
                <a:rect b="b" l="l" r="r" t="t"/>
                <a:pathLst>
                  <a:path extrusionOk="0" h="113" w="130">
                    <a:moveTo>
                      <a:pt x="72" y="0"/>
                    </a:moveTo>
                    <a:cubicBezTo>
                      <a:pt x="26" y="0"/>
                      <a:pt x="0" y="59"/>
                      <a:pt x="33" y="98"/>
                    </a:cubicBezTo>
                    <a:cubicBezTo>
                      <a:pt x="45" y="108"/>
                      <a:pt x="59" y="112"/>
                      <a:pt x="72" y="112"/>
                    </a:cubicBezTo>
                    <a:cubicBezTo>
                      <a:pt x="102" y="112"/>
                      <a:pt x="130" y="90"/>
                      <a:pt x="130" y="59"/>
                    </a:cubicBezTo>
                    <a:cubicBezTo>
                      <a:pt x="130" y="26"/>
                      <a:pt x="104" y="0"/>
                      <a:pt x="7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27"/>
              <p:cNvSpPr/>
              <p:nvPr/>
            </p:nvSpPr>
            <p:spPr>
              <a:xfrm>
                <a:off x="4988662" y="3367590"/>
                <a:ext cx="3967" cy="3267"/>
              </a:xfrm>
              <a:custGeom>
                <a:rect b="b" l="l" r="r" t="t"/>
                <a:pathLst>
                  <a:path extrusionOk="0" h="28" w="34">
                    <a:moveTo>
                      <a:pt x="21" y="0"/>
                    </a:moveTo>
                    <a:cubicBezTo>
                      <a:pt x="0" y="0"/>
                      <a:pt x="19" y="28"/>
                      <a:pt x="29" y="28"/>
                    </a:cubicBezTo>
                    <a:cubicBezTo>
                      <a:pt x="32" y="28"/>
                      <a:pt x="34" y="25"/>
                      <a:pt x="34" y="20"/>
                    </a:cubicBezTo>
                    <a:cubicBezTo>
                      <a:pt x="34" y="7"/>
                      <a:pt x="27" y="0"/>
                      <a:pt x="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27"/>
              <p:cNvSpPr/>
              <p:nvPr/>
            </p:nvSpPr>
            <p:spPr>
              <a:xfrm>
                <a:off x="4927403" y="3366073"/>
                <a:ext cx="15986" cy="13185"/>
              </a:xfrm>
              <a:custGeom>
                <a:rect b="b" l="l" r="r" t="t"/>
                <a:pathLst>
                  <a:path extrusionOk="0" h="113" w="137">
                    <a:moveTo>
                      <a:pt x="78" y="0"/>
                    </a:moveTo>
                    <a:cubicBezTo>
                      <a:pt x="26" y="0"/>
                      <a:pt x="0" y="59"/>
                      <a:pt x="39" y="98"/>
                    </a:cubicBezTo>
                    <a:cubicBezTo>
                      <a:pt x="49" y="108"/>
                      <a:pt x="62" y="112"/>
                      <a:pt x="76" y="112"/>
                    </a:cubicBezTo>
                    <a:cubicBezTo>
                      <a:pt x="105" y="112"/>
                      <a:pt x="136" y="90"/>
                      <a:pt x="136" y="59"/>
                    </a:cubicBezTo>
                    <a:cubicBezTo>
                      <a:pt x="136" y="26"/>
                      <a:pt x="110" y="0"/>
                      <a:pt x="7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" name="Google Shape;259;p27"/>
              <p:cNvSpPr/>
              <p:nvPr/>
            </p:nvSpPr>
            <p:spPr>
              <a:xfrm>
                <a:off x="4931837" y="3367590"/>
                <a:ext cx="4667" cy="3267"/>
              </a:xfrm>
              <a:custGeom>
                <a:rect b="b" l="l" r="r" t="t"/>
                <a:pathLst>
                  <a:path extrusionOk="0" h="28" w="40">
                    <a:moveTo>
                      <a:pt x="20" y="0"/>
                    </a:moveTo>
                    <a:cubicBezTo>
                      <a:pt x="0" y="0"/>
                      <a:pt x="23" y="28"/>
                      <a:pt x="34" y="28"/>
                    </a:cubicBezTo>
                    <a:cubicBezTo>
                      <a:pt x="38" y="28"/>
                      <a:pt x="40" y="25"/>
                      <a:pt x="40" y="20"/>
                    </a:cubicBezTo>
                    <a:cubicBezTo>
                      <a:pt x="40" y="7"/>
                      <a:pt x="33" y="0"/>
                      <a:pt x="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" name="Google Shape;260;p27"/>
              <p:cNvSpPr/>
              <p:nvPr/>
            </p:nvSpPr>
            <p:spPr>
              <a:xfrm>
                <a:off x="4945489" y="3406212"/>
                <a:ext cx="27420" cy="23570"/>
              </a:xfrm>
              <a:custGeom>
                <a:rect b="b" l="l" r="r" t="t"/>
                <a:pathLst>
                  <a:path extrusionOk="0" h="202" w="235">
                    <a:moveTo>
                      <a:pt x="131" y="0"/>
                    </a:moveTo>
                    <a:cubicBezTo>
                      <a:pt x="46" y="0"/>
                      <a:pt x="1" y="98"/>
                      <a:pt x="53" y="163"/>
                    </a:cubicBezTo>
                    <a:cubicBezTo>
                      <a:pt x="74" y="189"/>
                      <a:pt x="103" y="201"/>
                      <a:pt x="132" y="201"/>
                    </a:cubicBezTo>
                    <a:cubicBezTo>
                      <a:pt x="175" y="201"/>
                      <a:pt x="217" y="174"/>
                      <a:pt x="228" y="124"/>
                    </a:cubicBezTo>
                    <a:cubicBezTo>
                      <a:pt x="235" y="65"/>
                      <a:pt x="189" y="13"/>
                      <a:pt x="131" y="0"/>
                    </a:cubicBezTo>
                    <a:close/>
                  </a:path>
                </a:pathLst>
              </a:custGeom>
              <a:solidFill>
                <a:srgbClr val="FBA47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27"/>
              <p:cNvSpPr/>
              <p:nvPr/>
            </p:nvSpPr>
            <p:spPr>
              <a:xfrm>
                <a:off x="4953890" y="3423598"/>
                <a:ext cx="17502" cy="11552"/>
              </a:xfrm>
              <a:custGeom>
                <a:rect b="b" l="l" r="r" t="t"/>
                <a:pathLst>
                  <a:path extrusionOk="0" h="99" w="150">
                    <a:moveTo>
                      <a:pt x="104" y="1"/>
                    </a:moveTo>
                    <a:cubicBezTo>
                      <a:pt x="46" y="1"/>
                      <a:pt x="0" y="33"/>
                      <a:pt x="0" y="66"/>
                    </a:cubicBezTo>
                    <a:cubicBezTo>
                      <a:pt x="13" y="85"/>
                      <a:pt x="39" y="98"/>
                      <a:pt x="59" y="98"/>
                    </a:cubicBezTo>
                    <a:cubicBezTo>
                      <a:pt x="104" y="92"/>
                      <a:pt x="143" y="53"/>
                      <a:pt x="150" y="7"/>
                    </a:cubicBezTo>
                    <a:cubicBezTo>
                      <a:pt x="137" y="1"/>
                      <a:pt x="124" y="1"/>
                      <a:pt x="10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27"/>
              <p:cNvSpPr/>
              <p:nvPr/>
            </p:nvSpPr>
            <p:spPr>
              <a:xfrm>
                <a:off x="4953890" y="3406212"/>
                <a:ext cx="14469" cy="6184"/>
              </a:xfrm>
              <a:custGeom>
                <a:rect b="b" l="l" r="r" t="t"/>
                <a:pathLst>
                  <a:path extrusionOk="0" h="53" w="124">
                    <a:moveTo>
                      <a:pt x="59" y="0"/>
                    </a:moveTo>
                    <a:cubicBezTo>
                      <a:pt x="39" y="0"/>
                      <a:pt x="13" y="13"/>
                      <a:pt x="0" y="26"/>
                    </a:cubicBezTo>
                    <a:cubicBezTo>
                      <a:pt x="13" y="46"/>
                      <a:pt x="39" y="52"/>
                      <a:pt x="59" y="52"/>
                    </a:cubicBezTo>
                    <a:cubicBezTo>
                      <a:pt x="85" y="52"/>
                      <a:pt x="104" y="46"/>
                      <a:pt x="124" y="33"/>
                    </a:cubicBezTo>
                    <a:cubicBezTo>
                      <a:pt x="104" y="13"/>
                      <a:pt x="85" y="0"/>
                      <a:pt x="5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3" name="Google Shape;263;p27"/>
              <p:cNvSpPr/>
              <p:nvPr/>
            </p:nvSpPr>
            <p:spPr>
              <a:xfrm>
                <a:off x="4860661" y="3621375"/>
                <a:ext cx="57758" cy="165339"/>
              </a:xfrm>
              <a:custGeom>
                <a:rect b="b" l="l" r="r" t="t"/>
                <a:pathLst>
                  <a:path extrusionOk="0" h="1417" w="495">
                    <a:moveTo>
                      <a:pt x="488" y="1"/>
                    </a:moveTo>
                    <a:cubicBezTo>
                      <a:pt x="351" y="46"/>
                      <a:pt x="241" y="144"/>
                      <a:pt x="176" y="267"/>
                    </a:cubicBezTo>
                    <a:cubicBezTo>
                      <a:pt x="98" y="410"/>
                      <a:pt x="46" y="566"/>
                      <a:pt x="33" y="722"/>
                    </a:cubicBezTo>
                    <a:cubicBezTo>
                      <a:pt x="0" y="1001"/>
                      <a:pt x="117" y="1300"/>
                      <a:pt x="384" y="1417"/>
                    </a:cubicBezTo>
                    <a:cubicBezTo>
                      <a:pt x="390" y="1417"/>
                      <a:pt x="397" y="1410"/>
                      <a:pt x="390" y="1410"/>
                    </a:cubicBezTo>
                    <a:lnTo>
                      <a:pt x="384" y="1410"/>
                    </a:lnTo>
                    <a:cubicBezTo>
                      <a:pt x="130" y="1293"/>
                      <a:pt x="13" y="1007"/>
                      <a:pt x="39" y="741"/>
                    </a:cubicBezTo>
                    <a:cubicBezTo>
                      <a:pt x="52" y="585"/>
                      <a:pt x="98" y="442"/>
                      <a:pt x="169" y="306"/>
                    </a:cubicBezTo>
                    <a:cubicBezTo>
                      <a:pt x="228" y="163"/>
                      <a:pt x="345" y="59"/>
                      <a:pt x="488" y="14"/>
                    </a:cubicBezTo>
                    <a:cubicBezTo>
                      <a:pt x="494" y="14"/>
                      <a:pt x="488" y="1"/>
                      <a:pt x="48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4" name="Google Shape;264;p27"/>
              <p:cNvSpPr/>
              <p:nvPr/>
            </p:nvSpPr>
            <p:spPr>
              <a:xfrm>
                <a:off x="4900616" y="3507734"/>
                <a:ext cx="24380" cy="122982"/>
              </a:xfrm>
              <a:custGeom>
                <a:rect b="b" l="l" r="r" t="t"/>
                <a:pathLst>
                  <a:path extrusionOk="0" h="834" w="176">
                    <a:moveTo>
                      <a:pt x="168" y="0"/>
                    </a:moveTo>
                    <a:cubicBezTo>
                      <a:pt x="165" y="0"/>
                      <a:pt x="163" y="2"/>
                      <a:pt x="163" y="8"/>
                    </a:cubicBezTo>
                    <a:cubicBezTo>
                      <a:pt x="111" y="281"/>
                      <a:pt x="52" y="553"/>
                      <a:pt x="0" y="826"/>
                    </a:cubicBezTo>
                    <a:cubicBezTo>
                      <a:pt x="0" y="830"/>
                      <a:pt x="5" y="834"/>
                      <a:pt x="8" y="834"/>
                    </a:cubicBezTo>
                    <a:cubicBezTo>
                      <a:pt x="11" y="834"/>
                      <a:pt x="13" y="832"/>
                      <a:pt x="13" y="826"/>
                    </a:cubicBezTo>
                    <a:lnTo>
                      <a:pt x="176" y="8"/>
                    </a:lnTo>
                    <a:cubicBezTo>
                      <a:pt x="176" y="4"/>
                      <a:pt x="171" y="0"/>
                      <a:pt x="16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27"/>
              <p:cNvSpPr/>
              <p:nvPr/>
            </p:nvSpPr>
            <p:spPr>
              <a:xfrm>
                <a:off x="5121330" y="3538414"/>
                <a:ext cx="3967" cy="148303"/>
              </a:xfrm>
              <a:custGeom>
                <a:rect b="b" l="l" r="r" t="t"/>
                <a:pathLst>
                  <a:path extrusionOk="0" h="1271" w="34">
                    <a:moveTo>
                      <a:pt x="7" y="1"/>
                    </a:moveTo>
                    <a:cubicBezTo>
                      <a:pt x="4" y="1"/>
                      <a:pt x="1" y="4"/>
                      <a:pt x="1" y="10"/>
                    </a:cubicBezTo>
                    <a:cubicBezTo>
                      <a:pt x="14" y="426"/>
                      <a:pt x="1" y="848"/>
                      <a:pt x="20" y="1270"/>
                    </a:cubicBezTo>
                    <a:lnTo>
                      <a:pt x="33" y="1270"/>
                    </a:lnTo>
                    <a:cubicBezTo>
                      <a:pt x="20" y="848"/>
                      <a:pt x="33" y="426"/>
                      <a:pt x="14" y="10"/>
                    </a:cubicBezTo>
                    <a:cubicBezTo>
                      <a:pt x="14" y="4"/>
                      <a:pt x="10" y="1"/>
                      <a:pt x="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6" name="Google Shape;266;p27"/>
            <p:cNvGrpSpPr/>
            <p:nvPr/>
          </p:nvGrpSpPr>
          <p:grpSpPr>
            <a:xfrm>
              <a:off x="4541748" y="2021931"/>
              <a:ext cx="871816" cy="791360"/>
              <a:chOff x="4599991" y="2114884"/>
              <a:chExt cx="754819" cy="685160"/>
            </a:xfrm>
          </p:grpSpPr>
          <p:sp>
            <p:nvSpPr>
              <p:cNvPr id="267" name="Google Shape;267;p27"/>
              <p:cNvSpPr/>
              <p:nvPr/>
            </p:nvSpPr>
            <p:spPr>
              <a:xfrm>
                <a:off x="4599991" y="2114884"/>
                <a:ext cx="754819" cy="685160"/>
              </a:xfrm>
              <a:custGeom>
                <a:rect b="b" l="l" r="r" t="t"/>
                <a:pathLst>
                  <a:path extrusionOk="0" h="5872" w="6469">
                    <a:moveTo>
                      <a:pt x="3536" y="0"/>
                    </a:moveTo>
                    <a:cubicBezTo>
                      <a:pt x="3129" y="0"/>
                      <a:pt x="2711" y="87"/>
                      <a:pt x="2306" y="274"/>
                    </a:cubicBezTo>
                    <a:cubicBezTo>
                      <a:pt x="358" y="1163"/>
                      <a:pt x="0" y="3774"/>
                      <a:pt x="1624" y="5170"/>
                    </a:cubicBezTo>
                    <a:cubicBezTo>
                      <a:pt x="1682" y="5216"/>
                      <a:pt x="1747" y="5268"/>
                      <a:pt x="1806" y="5313"/>
                    </a:cubicBezTo>
                    <a:cubicBezTo>
                      <a:pt x="1923" y="5398"/>
                      <a:pt x="2046" y="5476"/>
                      <a:pt x="2176" y="5541"/>
                    </a:cubicBezTo>
                    <a:cubicBezTo>
                      <a:pt x="2273" y="5593"/>
                      <a:pt x="2377" y="5638"/>
                      <a:pt x="2475" y="5677"/>
                    </a:cubicBezTo>
                    <a:lnTo>
                      <a:pt x="2546" y="5703"/>
                    </a:lnTo>
                    <a:lnTo>
                      <a:pt x="2579" y="5716"/>
                    </a:lnTo>
                    <a:cubicBezTo>
                      <a:pt x="2887" y="5820"/>
                      <a:pt x="3208" y="5872"/>
                      <a:pt x="3529" y="5872"/>
                    </a:cubicBezTo>
                    <a:cubicBezTo>
                      <a:pt x="3828" y="5872"/>
                      <a:pt x="4128" y="5826"/>
                      <a:pt x="4417" y="5735"/>
                    </a:cubicBezTo>
                    <a:cubicBezTo>
                      <a:pt x="4449" y="5729"/>
                      <a:pt x="4482" y="5716"/>
                      <a:pt x="4514" y="5703"/>
                    </a:cubicBezTo>
                    <a:lnTo>
                      <a:pt x="4534" y="5696"/>
                    </a:lnTo>
                    <a:cubicBezTo>
                      <a:pt x="4702" y="5632"/>
                      <a:pt x="4871" y="5554"/>
                      <a:pt x="5021" y="5463"/>
                    </a:cubicBezTo>
                    <a:lnTo>
                      <a:pt x="5047" y="5450"/>
                    </a:lnTo>
                    <a:cubicBezTo>
                      <a:pt x="5150" y="5385"/>
                      <a:pt x="5261" y="5313"/>
                      <a:pt x="5358" y="5229"/>
                    </a:cubicBezTo>
                    <a:cubicBezTo>
                      <a:pt x="6060" y="4677"/>
                      <a:pt x="6462" y="3833"/>
                      <a:pt x="6462" y="2936"/>
                    </a:cubicBezTo>
                    <a:lnTo>
                      <a:pt x="6469" y="2936"/>
                    </a:lnTo>
                    <a:cubicBezTo>
                      <a:pt x="6469" y="1241"/>
                      <a:pt x="5078" y="0"/>
                      <a:pt x="353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" name="Google Shape;268;p27"/>
              <p:cNvSpPr/>
              <p:nvPr/>
            </p:nvSpPr>
            <p:spPr>
              <a:xfrm>
                <a:off x="4837907" y="2128420"/>
                <a:ext cx="339663" cy="326478"/>
              </a:xfrm>
              <a:custGeom>
                <a:rect b="b" l="l" r="r" t="t"/>
                <a:pathLst>
                  <a:path extrusionOk="0" h="2798" w="2911">
                    <a:moveTo>
                      <a:pt x="1252" y="1"/>
                    </a:moveTo>
                    <a:cubicBezTo>
                      <a:pt x="1153" y="1"/>
                      <a:pt x="1055" y="25"/>
                      <a:pt x="962" y="60"/>
                    </a:cubicBezTo>
                    <a:cubicBezTo>
                      <a:pt x="806" y="119"/>
                      <a:pt x="683" y="242"/>
                      <a:pt x="624" y="398"/>
                    </a:cubicBezTo>
                    <a:cubicBezTo>
                      <a:pt x="579" y="541"/>
                      <a:pt x="585" y="703"/>
                      <a:pt x="507" y="827"/>
                    </a:cubicBezTo>
                    <a:cubicBezTo>
                      <a:pt x="429" y="911"/>
                      <a:pt x="345" y="989"/>
                      <a:pt x="254" y="1054"/>
                    </a:cubicBezTo>
                    <a:cubicBezTo>
                      <a:pt x="170" y="1125"/>
                      <a:pt x="92" y="1236"/>
                      <a:pt x="131" y="1346"/>
                    </a:cubicBezTo>
                    <a:cubicBezTo>
                      <a:pt x="157" y="1431"/>
                      <a:pt x="247" y="1489"/>
                      <a:pt x="260" y="1580"/>
                    </a:cubicBezTo>
                    <a:cubicBezTo>
                      <a:pt x="254" y="1664"/>
                      <a:pt x="215" y="1749"/>
                      <a:pt x="150" y="1801"/>
                    </a:cubicBezTo>
                    <a:cubicBezTo>
                      <a:pt x="79" y="1853"/>
                      <a:pt x="33" y="1924"/>
                      <a:pt x="7" y="2009"/>
                    </a:cubicBezTo>
                    <a:cubicBezTo>
                      <a:pt x="1" y="2112"/>
                      <a:pt x="66" y="2210"/>
                      <a:pt x="163" y="2249"/>
                    </a:cubicBezTo>
                    <a:cubicBezTo>
                      <a:pt x="248" y="2283"/>
                      <a:pt x="333" y="2302"/>
                      <a:pt x="422" y="2302"/>
                    </a:cubicBezTo>
                    <a:cubicBezTo>
                      <a:pt x="435" y="2302"/>
                      <a:pt x="449" y="2302"/>
                      <a:pt x="462" y="2301"/>
                    </a:cubicBezTo>
                    <a:cubicBezTo>
                      <a:pt x="566" y="2307"/>
                      <a:pt x="670" y="2333"/>
                      <a:pt x="754" y="2385"/>
                    </a:cubicBezTo>
                    <a:cubicBezTo>
                      <a:pt x="845" y="2450"/>
                      <a:pt x="890" y="2548"/>
                      <a:pt x="962" y="2625"/>
                    </a:cubicBezTo>
                    <a:cubicBezTo>
                      <a:pt x="1065" y="2737"/>
                      <a:pt x="1211" y="2798"/>
                      <a:pt x="1358" y="2798"/>
                    </a:cubicBezTo>
                    <a:cubicBezTo>
                      <a:pt x="1433" y="2798"/>
                      <a:pt x="1508" y="2782"/>
                      <a:pt x="1579" y="2749"/>
                    </a:cubicBezTo>
                    <a:cubicBezTo>
                      <a:pt x="1689" y="2697"/>
                      <a:pt x="1780" y="2606"/>
                      <a:pt x="1891" y="2561"/>
                    </a:cubicBezTo>
                    <a:cubicBezTo>
                      <a:pt x="1965" y="2536"/>
                      <a:pt x="2043" y="2524"/>
                      <a:pt x="2122" y="2524"/>
                    </a:cubicBezTo>
                    <a:cubicBezTo>
                      <a:pt x="2166" y="2524"/>
                      <a:pt x="2210" y="2528"/>
                      <a:pt x="2254" y="2535"/>
                    </a:cubicBezTo>
                    <a:cubicBezTo>
                      <a:pt x="2316" y="2544"/>
                      <a:pt x="2378" y="2549"/>
                      <a:pt x="2439" y="2549"/>
                    </a:cubicBezTo>
                    <a:cubicBezTo>
                      <a:pt x="2501" y="2549"/>
                      <a:pt x="2563" y="2544"/>
                      <a:pt x="2624" y="2535"/>
                    </a:cubicBezTo>
                    <a:cubicBezTo>
                      <a:pt x="2748" y="2509"/>
                      <a:pt x="2845" y="2424"/>
                      <a:pt x="2884" y="2301"/>
                    </a:cubicBezTo>
                    <a:cubicBezTo>
                      <a:pt x="2910" y="2177"/>
                      <a:pt x="2839" y="2060"/>
                      <a:pt x="2761" y="1950"/>
                    </a:cubicBezTo>
                    <a:cubicBezTo>
                      <a:pt x="2683" y="1846"/>
                      <a:pt x="2598" y="1749"/>
                      <a:pt x="2592" y="1619"/>
                    </a:cubicBezTo>
                    <a:cubicBezTo>
                      <a:pt x="2579" y="1476"/>
                      <a:pt x="2670" y="1320"/>
                      <a:pt x="2605" y="1190"/>
                    </a:cubicBezTo>
                    <a:cubicBezTo>
                      <a:pt x="2566" y="1125"/>
                      <a:pt x="2508" y="1067"/>
                      <a:pt x="2443" y="1028"/>
                    </a:cubicBezTo>
                    <a:cubicBezTo>
                      <a:pt x="2384" y="976"/>
                      <a:pt x="2339" y="904"/>
                      <a:pt x="2319" y="827"/>
                    </a:cubicBezTo>
                    <a:cubicBezTo>
                      <a:pt x="2267" y="664"/>
                      <a:pt x="2267" y="456"/>
                      <a:pt x="2085" y="372"/>
                    </a:cubicBezTo>
                    <a:cubicBezTo>
                      <a:pt x="2046" y="359"/>
                      <a:pt x="2001" y="346"/>
                      <a:pt x="1962" y="339"/>
                    </a:cubicBezTo>
                    <a:cubicBezTo>
                      <a:pt x="1923" y="145"/>
                      <a:pt x="1709" y="60"/>
                      <a:pt x="1533" y="28"/>
                    </a:cubicBezTo>
                    <a:cubicBezTo>
                      <a:pt x="1455" y="8"/>
                      <a:pt x="1371" y="2"/>
                      <a:pt x="1287" y="2"/>
                    </a:cubicBezTo>
                    <a:cubicBezTo>
                      <a:pt x="1275" y="1"/>
                      <a:pt x="1264" y="1"/>
                      <a:pt x="125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" name="Google Shape;269;p27"/>
              <p:cNvSpPr/>
              <p:nvPr/>
            </p:nvSpPr>
            <p:spPr>
              <a:xfrm>
                <a:off x="4810604" y="2418843"/>
                <a:ext cx="378285" cy="365333"/>
              </a:xfrm>
              <a:custGeom>
                <a:rect b="b" l="l" r="r" t="t"/>
                <a:pathLst>
                  <a:path extrusionOk="0" h="3131" w="3242">
                    <a:moveTo>
                      <a:pt x="956" y="0"/>
                    </a:moveTo>
                    <a:cubicBezTo>
                      <a:pt x="481" y="98"/>
                      <a:pt x="137" y="1896"/>
                      <a:pt x="1" y="2708"/>
                    </a:cubicBezTo>
                    <a:cubicBezTo>
                      <a:pt x="118" y="2793"/>
                      <a:pt x="241" y="2871"/>
                      <a:pt x="371" y="2936"/>
                    </a:cubicBezTo>
                    <a:cubicBezTo>
                      <a:pt x="468" y="2988"/>
                      <a:pt x="572" y="3033"/>
                      <a:pt x="670" y="3072"/>
                    </a:cubicBezTo>
                    <a:lnTo>
                      <a:pt x="741" y="3098"/>
                    </a:lnTo>
                    <a:lnTo>
                      <a:pt x="774" y="3111"/>
                    </a:lnTo>
                    <a:lnTo>
                      <a:pt x="2612" y="3130"/>
                    </a:lnTo>
                    <a:cubicBezTo>
                      <a:pt x="2644" y="3124"/>
                      <a:pt x="2677" y="3111"/>
                      <a:pt x="2709" y="3098"/>
                    </a:cubicBezTo>
                    <a:lnTo>
                      <a:pt x="2729" y="3091"/>
                    </a:lnTo>
                    <a:cubicBezTo>
                      <a:pt x="2897" y="3027"/>
                      <a:pt x="3066" y="2949"/>
                      <a:pt x="3216" y="2858"/>
                    </a:cubicBezTo>
                    <a:lnTo>
                      <a:pt x="3242" y="2845"/>
                    </a:lnTo>
                    <a:cubicBezTo>
                      <a:pt x="3222" y="2111"/>
                      <a:pt x="3138" y="201"/>
                      <a:pt x="2664" y="78"/>
                    </a:cubicBezTo>
                    <a:lnTo>
                      <a:pt x="2170" y="52"/>
                    </a:lnTo>
                    <a:lnTo>
                      <a:pt x="2099" y="52"/>
                    </a:lnTo>
                    <a:lnTo>
                      <a:pt x="1501" y="26"/>
                    </a:lnTo>
                    <a:lnTo>
                      <a:pt x="1105" y="7"/>
                    </a:lnTo>
                    <a:lnTo>
                      <a:pt x="95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0" name="Google Shape;270;p27"/>
              <p:cNvSpPr/>
              <p:nvPr/>
            </p:nvSpPr>
            <p:spPr>
              <a:xfrm>
                <a:off x="4849342" y="2412775"/>
                <a:ext cx="279688" cy="387269"/>
              </a:xfrm>
              <a:custGeom>
                <a:rect b="b" l="l" r="r" t="t"/>
                <a:pathLst>
                  <a:path extrusionOk="0" h="3319" w="2397">
                    <a:moveTo>
                      <a:pt x="1156" y="0"/>
                    </a:moveTo>
                    <a:lnTo>
                      <a:pt x="747" y="46"/>
                    </a:lnTo>
                    <a:lnTo>
                      <a:pt x="617" y="59"/>
                    </a:lnTo>
                    <a:lnTo>
                      <a:pt x="572" y="318"/>
                    </a:lnTo>
                    <a:cubicBezTo>
                      <a:pt x="572" y="318"/>
                      <a:pt x="572" y="325"/>
                      <a:pt x="572" y="331"/>
                    </a:cubicBezTo>
                    <a:lnTo>
                      <a:pt x="461" y="981"/>
                    </a:lnTo>
                    <a:lnTo>
                      <a:pt x="442" y="994"/>
                    </a:lnTo>
                    <a:cubicBezTo>
                      <a:pt x="383" y="1059"/>
                      <a:pt x="325" y="1130"/>
                      <a:pt x="279" y="1202"/>
                    </a:cubicBezTo>
                    <a:cubicBezTo>
                      <a:pt x="0" y="1663"/>
                      <a:pt x="91" y="2260"/>
                      <a:pt x="474" y="2390"/>
                    </a:cubicBezTo>
                    <a:cubicBezTo>
                      <a:pt x="474" y="2390"/>
                      <a:pt x="468" y="2423"/>
                      <a:pt x="455" y="2488"/>
                    </a:cubicBezTo>
                    <a:cubicBezTo>
                      <a:pt x="448" y="2520"/>
                      <a:pt x="442" y="2552"/>
                      <a:pt x="435" y="2591"/>
                    </a:cubicBezTo>
                    <a:lnTo>
                      <a:pt x="396" y="2786"/>
                    </a:lnTo>
                    <a:lnTo>
                      <a:pt x="396" y="2799"/>
                    </a:lnTo>
                    <a:cubicBezTo>
                      <a:pt x="377" y="2897"/>
                      <a:pt x="357" y="3007"/>
                      <a:pt x="338" y="3124"/>
                    </a:cubicBezTo>
                    <a:lnTo>
                      <a:pt x="409" y="3150"/>
                    </a:lnTo>
                    <a:lnTo>
                      <a:pt x="442" y="3163"/>
                    </a:lnTo>
                    <a:cubicBezTo>
                      <a:pt x="747" y="3267"/>
                      <a:pt x="1066" y="3319"/>
                      <a:pt x="1387" y="3319"/>
                    </a:cubicBezTo>
                    <a:cubicBezTo>
                      <a:pt x="1687" y="3319"/>
                      <a:pt x="1988" y="3273"/>
                      <a:pt x="2280" y="3182"/>
                    </a:cubicBezTo>
                    <a:cubicBezTo>
                      <a:pt x="2312" y="3176"/>
                      <a:pt x="2345" y="3163"/>
                      <a:pt x="2377" y="3150"/>
                    </a:cubicBezTo>
                    <a:lnTo>
                      <a:pt x="2397" y="3143"/>
                    </a:lnTo>
                    <a:lnTo>
                      <a:pt x="2319" y="130"/>
                    </a:lnTo>
                    <a:lnTo>
                      <a:pt x="2182" y="98"/>
                    </a:lnTo>
                    <a:lnTo>
                      <a:pt x="176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1" name="Google Shape;271;p27"/>
              <p:cNvSpPr/>
              <p:nvPr/>
            </p:nvSpPr>
            <p:spPr>
              <a:xfrm>
                <a:off x="4908384" y="2156890"/>
                <a:ext cx="172107" cy="295790"/>
              </a:xfrm>
              <a:custGeom>
                <a:rect b="b" l="l" r="r" t="t"/>
                <a:pathLst>
                  <a:path extrusionOk="0" h="2535" w="1475">
                    <a:moveTo>
                      <a:pt x="759" y="0"/>
                    </a:moveTo>
                    <a:cubicBezTo>
                      <a:pt x="447" y="0"/>
                      <a:pt x="135" y="145"/>
                      <a:pt x="92" y="362"/>
                    </a:cubicBezTo>
                    <a:cubicBezTo>
                      <a:pt x="20" y="641"/>
                      <a:pt x="1" y="927"/>
                      <a:pt x="20" y="1212"/>
                    </a:cubicBezTo>
                    <a:lnTo>
                      <a:pt x="20" y="1219"/>
                    </a:lnTo>
                    <a:cubicBezTo>
                      <a:pt x="20" y="1219"/>
                      <a:pt x="20" y="1225"/>
                      <a:pt x="20" y="1232"/>
                    </a:cubicBezTo>
                    <a:cubicBezTo>
                      <a:pt x="20" y="1232"/>
                      <a:pt x="20" y="1238"/>
                      <a:pt x="20" y="1238"/>
                    </a:cubicBezTo>
                    <a:cubicBezTo>
                      <a:pt x="20" y="1245"/>
                      <a:pt x="20" y="1245"/>
                      <a:pt x="20" y="1251"/>
                    </a:cubicBezTo>
                    <a:cubicBezTo>
                      <a:pt x="33" y="1323"/>
                      <a:pt x="53" y="1401"/>
                      <a:pt x="85" y="1466"/>
                    </a:cubicBezTo>
                    <a:cubicBezTo>
                      <a:pt x="124" y="1550"/>
                      <a:pt x="182" y="1622"/>
                      <a:pt x="247" y="1687"/>
                    </a:cubicBezTo>
                    <a:cubicBezTo>
                      <a:pt x="312" y="1739"/>
                      <a:pt x="384" y="1790"/>
                      <a:pt x="449" y="1836"/>
                    </a:cubicBezTo>
                    <a:lnTo>
                      <a:pt x="494" y="1868"/>
                    </a:lnTo>
                    <a:lnTo>
                      <a:pt x="520" y="1888"/>
                    </a:lnTo>
                    <a:cubicBezTo>
                      <a:pt x="520" y="1894"/>
                      <a:pt x="533" y="1894"/>
                      <a:pt x="533" y="1901"/>
                    </a:cubicBezTo>
                    <a:lnTo>
                      <a:pt x="553" y="1920"/>
                    </a:lnTo>
                    <a:cubicBezTo>
                      <a:pt x="624" y="1998"/>
                      <a:pt x="663" y="2109"/>
                      <a:pt x="663" y="2336"/>
                    </a:cubicBezTo>
                    <a:cubicBezTo>
                      <a:pt x="719" y="2468"/>
                      <a:pt x="841" y="2535"/>
                      <a:pt x="963" y="2535"/>
                    </a:cubicBezTo>
                    <a:cubicBezTo>
                      <a:pt x="1080" y="2535"/>
                      <a:pt x="1197" y="2473"/>
                      <a:pt x="1254" y="2349"/>
                    </a:cubicBezTo>
                    <a:cubicBezTo>
                      <a:pt x="1254" y="2148"/>
                      <a:pt x="1280" y="1946"/>
                      <a:pt x="1319" y="1752"/>
                    </a:cubicBezTo>
                    <a:cubicBezTo>
                      <a:pt x="1358" y="1589"/>
                      <a:pt x="1403" y="1433"/>
                      <a:pt x="1475" y="1277"/>
                    </a:cubicBezTo>
                    <a:cubicBezTo>
                      <a:pt x="1475" y="1277"/>
                      <a:pt x="1475" y="1109"/>
                      <a:pt x="1468" y="901"/>
                    </a:cubicBezTo>
                    <a:cubicBezTo>
                      <a:pt x="1455" y="673"/>
                      <a:pt x="1429" y="420"/>
                      <a:pt x="1371" y="310"/>
                    </a:cubicBezTo>
                    <a:cubicBezTo>
                      <a:pt x="1256" y="91"/>
                      <a:pt x="1007" y="0"/>
                      <a:pt x="759" y="0"/>
                    </a:cubicBezTo>
                    <a:close/>
                  </a:path>
                </a:pathLst>
              </a:custGeom>
              <a:solidFill>
                <a:srgbClr val="F8C3A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" name="Google Shape;272;p27"/>
              <p:cNvSpPr/>
              <p:nvPr/>
            </p:nvSpPr>
            <p:spPr>
              <a:xfrm>
                <a:off x="4900800" y="2153740"/>
                <a:ext cx="189609" cy="131034"/>
              </a:xfrm>
              <a:custGeom>
                <a:rect b="b" l="l" r="r" t="t"/>
                <a:pathLst>
                  <a:path extrusionOk="0" h="1123" w="1625">
                    <a:moveTo>
                      <a:pt x="720" y="1"/>
                    </a:moveTo>
                    <a:cubicBezTo>
                      <a:pt x="686" y="1"/>
                      <a:pt x="652" y="2"/>
                      <a:pt x="618" y="6"/>
                    </a:cubicBezTo>
                    <a:cubicBezTo>
                      <a:pt x="254" y="51"/>
                      <a:pt x="1" y="395"/>
                      <a:pt x="59" y="759"/>
                    </a:cubicBezTo>
                    <a:lnTo>
                      <a:pt x="59" y="752"/>
                    </a:lnTo>
                    <a:cubicBezTo>
                      <a:pt x="170" y="733"/>
                      <a:pt x="280" y="687"/>
                      <a:pt x="371" y="616"/>
                    </a:cubicBezTo>
                    <a:cubicBezTo>
                      <a:pt x="455" y="538"/>
                      <a:pt x="540" y="460"/>
                      <a:pt x="611" y="369"/>
                    </a:cubicBezTo>
                    <a:cubicBezTo>
                      <a:pt x="650" y="460"/>
                      <a:pt x="715" y="538"/>
                      <a:pt x="800" y="597"/>
                    </a:cubicBezTo>
                    <a:cubicBezTo>
                      <a:pt x="869" y="637"/>
                      <a:pt x="955" y="662"/>
                      <a:pt x="1042" y="662"/>
                    </a:cubicBezTo>
                    <a:cubicBezTo>
                      <a:pt x="1052" y="662"/>
                      <a:pt x="1062" y="662"/>
                      <a:pt x="1072" y="661"/>
                    </a:cubicBezTo>
                    <a:cubicBezTo>
                      <a:pt x="1098" y="785"/>
                      <a:pt x="1163" y="902"/>
                      <a:pt x="1267" y="986"/>
                    </a:cubicBezTo>
                    <a:cubicBezTo>
                      <a:pt x="1358" y="1071"/>
                      <a:pt x="1481" y="1116"/>
                      <a:pt x="1611" y="1123"/>
                    </a:cubicBezTo>
                    <a:cubicBezTo>
                      <a:pt x="1624" y="928"/>
                      <a:pt x="1605" y="733"/>
                      <a:pt x="1553" y="545"/>
                    </a:cubicBezTo>
                    <a:cubicBezTo>
                      <a:pt x="1527" y="421"/>
                      <a:pt x="1468" y="311"/>
                      <a:pt x="1384" y="220"/>
                    </a:cubicBezTo>
                    <a:cubicBezTo>
                      <a:pt x="1280" y="129"/>
                      <a:pt x="1157" y="70"/>
                      <a:pt x="1027" y="45"/>
                    </a:cubicBezTo>
                    <a:cubicBezTo>
                      <a:pt x="925" y="15"/>
                      <a:pt x="822" y="1"/>
                      <a:pt x="7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" name="Google Shape;273;p27"/>
              <p:cNvSpPr/>
              <p:nvPr/>
            </p:nvSpPr>
            <p:spPr>
              <a:xfrm>
                <a:off x="5069290" y="2269022"/>
                <a:ext cx="45389" cy="43523"/>
              </a:xfrm>
              <a:custGeom>
                <a:rect b="b" l="l" r="r" t="t"/>
                <a:pathLst>
                  <a:path extrusionOk="0" h="373" w="389">
                    <a:moveTo>
                      <a:pt x="193" y="1"/>
                    </a:moveTo>
                    <a:cubicBezTo>
                      <a:pt x="99" y="1"/>
                      <a:pt x="9" y="71"/>
                      <a:pt x="5" y="180"/>
                    </a:cubicBezTo>
                    <a:cubicBezTo>
                      <a:pt x="0" y="293"/>
                      <a:pt x="91" y="372"/>
                      <a:pt x="189" y="372"/>
                    </a:cubicBezTo>
                    <a:cubicBezTo>
                      <a:pt x="226" y="372"/>
                      <a:pt x="263" y="361"/>
                      <a:pt x="297" y="336"/>
                    </a:cubicBezTo>
                    <a:cubicBezTo>
                      <a:pt x="382" y="258"/>
                      <a:pt x="388" y="128"/>
                      <a:pt x="310" y="44"/>
                    </a:cubicBezTo>
                    <a:cubicBezTo>
                      <a:pt x="275" y="14"/>
                      <a:pt x="233" y="1"/>
                      <a:pt x="193" y="1"/>
                    </a:cubicBezTo>
                    <a:close/>
                  </a:path>
                </a:pathLst>
              </a:custGeom>
              <a:solidFill>
                <a:srgbClr val="F8C3A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" name="Google Shape;274;p27"/>
              <p:cNvSpPr/>
              <p:nvPr/>
            </p:nvSpPr>
            <p:spPr>
              <a:xfrm>
                <a:off x="4948499" y="2284768"/>
                <a:ext cx="19545" cy="16720"/>
              </a:xfrm>
              <a:custGeom>
                <a:rect b="b" l="l" r="r" t="t"/>
                <a:pathLst>
                  <a:path extrusionOk="0" h="101" w="118">
                    <a:moveTo>
                      <a:pt x="48" y="1"/>
                    </a:moveTo>
                    <a:cubicBezTo>
                      <a:pt x="39" y="1"/>
                      <a:pt x="30" y="5"/>
                      <a:pt x="20" y="10"/>
                    </a:cubicBezTo>
                    <a:cubicBezTo>
                      <a:pt x="7" y="17"/>
                      <a:pt x="1" y="36"/>
                      <a:pt x="1" y="49"/>
                    </a:cubicBezTo>
                    <a:cubicBezTo>
                      <a:pt x="1" y="62"/>
                      <a:pt x="7" y="75"/>
                      <a:pt x="14" y="88"/>
                    </a:cubicBezTo>
                    <a:cubicBezTo>
                      <a:pt x="14" y="94"/>
                      <a:pt x="20" y="101"/>
                      <a:pt x="27" y="101"/>
                    </a:cubicBezTo>
                    <a:cubicBezTo>
                      <a:pt x="33" y="101"/>
                      <a:pt x="40" y="88"/>
                      <a:pt x="40" y="82"/>
                    </a:cubicBezTo>
                    <a:cubicBezTo>
                      <a:pt x="33" y="75"/>
                      <a:pt x="33" y="62"/>
                      <a:pt x="33" y="56"/>
                    </a:cubicBezTo>
                    <a:cubicBezTo>
                      <a:pt x="33" y="49"/>
                      <a:pt x="33" y="43"/>
                      <a:pt x="33" y="36"/>
                    </a:cubicBezTo>
                    <a:cubicBezTo>
                      <a:pt x="40" y="30"/>
                      <a:pt x="46" y="30"/>
                      <a:pt x="46" y="30"/>
                    </a:cubicBezTo>
                    <a:lnTo>
                      <a:pt x="66" y="30"/>
                    </a:lnTo>
                    <a:cubicBezTo>
                      <a:pt x="79" y="30"/>
                      <a:pt x="85" y="36"/>
                      <a:pt x="92" y="36"/>
                    </a:cubicBezTo>
                    <a:cubicBezTo>
                      <a:pt x="94" y="38"/>
                      <a:pt x="96" y="39"/>
                      <a:pt x="99" y="39"/>
                    </a:cubicBezTo>
                    <a:cubicBezTo>
                      <a:pt x="105" y="39"/>
                      <a:pt x="111" y="34"/>
                      <a:pt x="111" y="30"/>
                    </a:cubicBezTo>
                    <a:cubicBezTo>
                      <a:pt x="118" y="23"/>
                      <a:pt x="111" y="17"/>
                      <a:pt x="105" y="10"/>
                    </a:cubicBezTo>
                    <a:cubicBezTo>
                      <a:pt x="92" y="4"/>
                      <a:pt x="79" y="4"/>
                      <a:pt x="59" y="4"/>
                    </a:cubicBezTo>
                    <a:cubicBezTo>
                      <a:pt x="55" y="2"/>
                      <a:pt x="52" y="1"/>
                      <a:pt x="48" y="1"/>
                    </a:cubicBezTo>
                    <a:close/>
                  </a:path>
                </a:pathLst>
              </a:custGeom>
              <a:solidFill>
                <a:srgbClr val="FBA47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" name="Google Shape;275;p27"/>
              <p:cNvSpPr/>
              <p:nvPr/>
            </p:nvSpPr>
            <p:spPr>
              <a:xfrm>
                <a:off x="4985745" y="2268789"/>
                <a:ext cx="13652" cy="13185"/>
              </a:xfrm>
              <a:custGeom>
                <a:rect b="b" l="l" r="r" t="t"/>
                <a:pathLst>
                  <a:path extrusionOk="0" h="113" w="117">
                    <a:moveTo>
                      <a:pt x="59" y="0"/>
                    </a:moveTo>
                    <a:cubicBezTo>
                      <a:pt x="29" y="0"/>
                      <a:pt x="0" y="20"/>
                      <a:pt x="0" y="59"/>
                    </a:cubicBezTo>
                    <a:cubicBezTo>
                      <a:pt x="0" y="94"/>
                      <a:pt x="29" y="112"/>
                      <a:pt x="59" y="112"/>
                    </a:cubicBezTo>
                    <a:cubicBezTo>
                      <a:pt x="88" y="112"/>
                      <a:pt x="117" y="94"/>
                      <a:pt x="117" y="59"/>
                    </a:cubicBezTo>
                    <a:cubicBezTo>
                      <a:pt x="117" y="20"/>
                      <a:pt x="88" y="0"/>
                      <a:pt x="5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6" name="Google Shape;276;p27"/>
              <p:cNvSpPr/>
              <p:nvPr/>
            </p:nvSpPr>
            <p:spPr>
              <a:xfrm>
                <a:off x="4988545" y="2270306"/>
                <a:ext cx="4084" cy="3034"/>
              </a:xfrm>
              <a:custGeom>
                <a:rect b="b" l="l" r="r" t="t"/>
                <a:pathLst>
                  <a:path extrusionOk="0" h="26" w="35">
                    <a:moveTo>
                      <a:pt x="22" y="0"/>
                    </a:moveTo>
                    <a:cubicBezTo>
                      <a:pt x="1" y="0"/>
                      <a:pt x="22" y="25"/>
                      <a:pt x="31" y="25"/>
                    </a:cubicBezTo>
                    <a:cubicBezTo>
                      <a:pt x="33" y="25"/>
                      <a:pt x="35" y="24"/>
                      <a:pt x="35" y="20"/>
                    </a:cubicBezTo>
                    <a:cubicBezTo>
                      <a:pt x="35" y="7"/>
                      <a:pt x="28" y="0"/>
                      <a:pt x="2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7" name="Google Shape;277;p27"/>
              <p:cNvSpPr/>
              <p:nvPr/>
            </p:nvSpPr>
            <p:spPr>
              <a:xfrm>
                <a:off x="4928803" y="2268789"/>
                <a:ext cx="13769" cy="13185"/>
              </a:xfrm>
              <a:custGeom>
                <a:rect b="b" l="l" r="r" t="t"/>
                <a:pathLst>
                  <a:path extrusionOk="0" h="113" w="118">
                    <a:moveTo>
                      <a:pt x="59" y="0"/>
                    </a:moveTo>
                    <a:cubicBezTo>
                      <a:pt x="30" y="0"/>
                      <a:pt x="1" y="20"/>
                      <a:pt x="1" y="59"/>
                    </a:cubicBezTo>
                    <a:cubicBezTo>
                      <a:pt x="1" y="94"/>
                      <a:pt x="30" y="112"/>
                      <a:pt x="59" y="112"/>
                    </a:cubicBezTo>
                    <a:cubicBezTo>
                      <a:pt x="89" y="112"/>
                      <a:pt x="118" y="94"/>
                      <a:pt x="118" y="59"/>
                    </a:cubicBezTo>
                    <a:cubicBezTo>
                      <a:pt x="118" y="20"/>
                      <a:pt x="89" y="0"/>
                      <a:pt x="5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" name="Google Shape;278;p27"/>
              <p:cNvSpPr/>
              <p:nvPr/>
            </p:nvSpPr>
            <p:spPr>
              <a:xfrm>
                <a:off x="4931720" y="2270306"/>
                <a:ext cx="4084" cy="3034"/>
              </a:xfrm>
              <a:custGeom>
                <a:rect b="b" l="l" r="r" t="t"/>
                <a:pathLst>
                  <a:path extrusionOk="0" h="26" w="35">
                    <a:moveTo>
                      <a:pt x="21" y="0"/>
                    </a:moveTo>
                    <a:cubicBezTo>
                      <a:pt x="1" y="0"/>
                      <a:pt x="21" y="25"/>
                      <a:pt x="31" y="25"/>
                    </a:cubicBezTo>
                    <a:cubicBezTo>
                      <a:pt x="33" y="25"/>
                      <a:pt x="34" y="24"/>
                      <a:pt x="34" y="20"/>
                    </a:cubicBezTo>
                    <a:cubicBezTo>
                      <a:pt x="34" y="7"/>
                      <a:pt x="28" y="0"/>
                      <a:pt x="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" name="Google Shape;279;p27"/>
              <p:cNvSpPr/>
              <p:nvPr/>
            </p:nvSpPr>
            <p:spPr>
              <a:xfrm>
                <a:off x="4945336" y="2316321"/>
                <a:ext cx="40414" cy="10429"/>
              </a:xfrm>
              <a:custGeom>
                <a:rect b="b" l="l" r="r" t="t"/>
                <a:pathLst>
                  <a:path extrusionOk="0" h="63" w="244">
                    <a:moveTo>
                      <a:pt x="124" y="0"/>
                    </a:moveTo>
                    <a:cubicBezTo>
                      <a:pt x="84" y="0"/>
                      <a:pt x="45" y="12"/>
                      <a:pt x="11" y="35"/>
                    </a:cubicBezTo>
                    <a:cubicBezTo>
                      <a:pt x="0" y="47"/>
                      <a:pt x="8" y="63"/>
                      <a:pt x="19" y="63"/>
                    </a:cubicBezTo>
                    <a:cubicBezTo>
                      <a:pt x="21" y="63"/>
                      <a:pt x="23" y="62"/>
                      <a:pt x="24" y="61"/>
                    </a:cubicBezTo>
                    <a:cubicBezTo>
                      <a:pt x="56" y="37"/>
                      <a:pt x="93" y="25"/>
                      <a:pt x="130" y="25"/>
                    </a:cubicBezTo>
                    <a:cubicBezTo>
                      <a:pt x="162" y="25"/>
                      <a:pt x="192" y="33"/>
                      <a:pt x="219" y="48"/>
                    </a:cubicBezTo>
                    <a:cubicBezTo>
                      <a:pt x="221" y="49"/>
                      <a:pt x="223" y="50"/>
                      <a:pt x="225" y="50"/>
                    </a:cubicBezTo>
                    <a:cubicBezTo>
                      <a:pt x="235" y="50"/>
                      <a:pt x="243" y="34"/>
                      <a:pt x="232" y="29"/>
                    </a:cubicBezTo>
                    <a:cubicBezTo>
                      <a:pt x="198" y="10"/>
                      <a:pt x="160" y="0"/>
                      <a:pt x="124" y="0"/>
                    </a:cubicBezTo>
                    <a:close/>
                  </a:path>
                </a:pathLst>
              </a:custGeom>
              <a:solidFill>
                <a:srgbClr val="FBA47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0" name="Google Shape;280;p27"/>
              <p:cNvSpPr/>
              <p:nvPr/>
            </p:nvSpPr>
            <p:spPr>
              <a:xfrm>
                <a:off x="4975827" y="2236701"/>
                <a:ext cx="36872" cy="17852"/>
              </a:xfrm>
              <a:custGeom>
                <a:rect b="b" l="l" r="r" t="t"/>
                <a:pathLst>
                  <a:path extrusionOk="0" h="153" w="316">
                    <a:moveTo>
                      <a:pt x="265" y="1"/>
                    </a:moveTo>
                    <a:cubicBezTo>
                      <a:pt x="261" y="1"/>
                      <a:pt x="258" y="1"/>
                      <a:pt x="254" y="2"/>
                    </a:cubicBezTo>
                    <a:lnTo>
                      <a:pt x="144" y="41"/>
                    </a:lnTo>
                    <a:cubicBezTo>
                      <a:pt x="118" y="48"/>
                      <a:pt x="85" y="67"/>
                      <a:pt x="53" y="74"/>
                    </a:cubicBezTo>
                    <a:cubicBezTo>
                      <a:pt x="47" y="71"/>
                      <a:pt x="41" y="70"/>
                      <a:pt x="36" y="70"/>
                    </a:cubicBezTo>
                    <a:cubicBezTo>
                      <a:pt x="16" y="70"/>
                      <a:pt x="1" y="86"/>
                      <a:pt x="1" y="106"/>
                    </a:cubicBezTo>
                    <a:cubicBezTo>
                      <a:pt x="1" y="141"/>
                      <a:pt x="24" y="153"/>
                      <a:pt x="49" y="153"/>
                    </a:cubicBezTo>
                    <a:cubicBezTo>
                      <a:pt x="61" y="153"/>
                      <a:pt x="74" y="150"/>
                      <a:pt x="85" y="145"/>
                    </a:cubicBezTo>
                    <a:lnTo>
                      <a:pt x="273" y="80"/>
                    </a:lnTo>
                    <a:cubicBezTo>
                      <a:pt x="315" y="62"/>
                      <a:pt x="302" y="1"/>
                      <a:pt x="26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1" name="Google Shape;281;p27"/>
              <p:cNvSpPr/>
              <p:nvPr/>
            </p:nvSpPr>
            <p:spPr>
              <a:xfrm>
                <a:off x="4918885" y="2238101"/>
                <a:ext cx="36638" cy="17619"/>
              </a:xfrm>
              <a:custGeom>
                <a:rect b="b" l="l" r="r" t="t"/>
                <a:pathLst>
                  <a:path extrusionOk="0" h="151" w="314">
                    <a:moveTo>
                      <a:pt x="51" y="0"/>
                    </a:moveTo>
                    <a:cubicBezTo>
                      <a:pt x="11" y="0"/>
                      <a:pt x="0" y="64"/>
                      <a:pt x="41" y="81"/>
                    </a:cubicBezTo>
                    <a:lnTo>
                      <a:pt x="229" y="146"/>
                    </a:lnTo>
                    <a:cubicBezTo>
                      <a:pt x="240" y="148"/>
                      <a:pt x="253" y="151"/>
                      <a:pt x="265" y="151"/>
                    </a:cubicBezTo>
                    <a:cubicBezTo>
                      <a:pt x="290" y="151"/>
                      <a:pt x="313" y="142"/>
                      <a:pt x="313" y="107"/>
                    </a:cubicBezTo>
                    <a:cubicBezTo>
                      <a:pt x="313" y="87"/>
                      <a:pt x="297" y="71"/>
                      <a:pt x="278" y="71"/>
                    </a:cubicBezTo>
                    <a:cubicBezTo>
                      <a:pt x="273" y="71"/>
                      <a:pt x="267" y="72"/>
                      <a:pt x="261" y="75"/>
                    </a:cubicBezTo>
                    <a:cubicBezTo>
                      <a:pt x="229" y="68"/>
                      <a:pt x="196" y="49"/>
                      <a:pt x="170" y="42"/>
                    </a:cubicBezTo>
                    <a:lnTo>
                      <a:pt x="67" y="3"/>
                    </a:lnTo>
                    <a:cubicBezTo>
                      <a:pt x="61" y="1"/>
                      <a:pt x="56" y="0"/>
                      <a:pt x="5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2" name="Google Shape;282;p27"/>
              <p:cNvSpPr/>
              <p:nvPr/>
            </p:nvSpPr>
            <p:spPr>
              <a:xfrm>
                <a:off x="4859844" y="2524907"/>
                <a:ext cx="57758" cy="165339"/>
              </a:xfrm>
              <a:custGeom>
                <a:rect b="b" l="l" r="r" t="t"/>
                <a:pathLst>
                  <a:path extrusionOk="0" h="1417" w="495">
                    <a:moveTo>
                      <a:pt x="488" y="0"/>
                    </a:moveTo>
                    <a:cubicBezTo>
                      <a:pt x="352" y="46"/>
                      <a:pt x="241" y="137"/>
                      <a:pt x="176" y="267"/>
                    </a:cubicBezTo>
                    <a:cubicBezTo>
                      <a:pt x="98" y="403"/>
                      <a:pt x="46" y="559"/>
                      <a:pt x="33" y="721"/>
                    </a:cubicBezTo>
                    <a:cubicBezTo>
                      <a:pt x="1" y="1000"/>
                      <a:pt x="111" y="1299"/>
                      <a:pt x="384" y="1416"/>
                    </a:cubicBezTo>
                    <a:cubicBezTo>
                      <a:pt x="391" y="1416"/>
                      <a:pt x="397" y="1410"/>
                      <a:pt x="391" y="1410"/>
                    </a:cubicBezTo>
                    <a:lnTo>
                      <a:pt x="384" y="1410"/>
                    </a:lnTo>
                    <a:cubicBezTo>
                      <a:pt x="131" y="1293"/>
                      <a:pt x="14" y="1007"/>
                      <a:pt x="40" y="741"/>
                    </a:cubicBezTo>
                    <a:cubicBezTo>
                      <a:pt x="53" y="585"/>
                      <a:pt x="98" y="442"/>
                      <a:pt x="170" y="306"/>
                    </a:cubicBezTo>
                    <a:cubicBezTo>
                      <a:pt x="228" y="163"/>
                      <a:pt x="345" y="59"/>
                      <a:pt x="488" y="13"/>
                    </a:cubicBezTo>
                    <a:cubicBezTo>
                      <a:pt x="495" y="13"/>
                      <a:pt x="495" y="0"/>
                      <a:pt x="48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" name="Google Shape;283;p27"/>
              <p:cNvSpPr/>
              <p:nvPr/>
            </p:nvSpPr>
            <p:spPr>
              <a:xfrm>
                <a:off x="4900099" y="2436579"/>
                <a:ext cx="19836" cy="97197"/>
              </a:xfrm>
              <a:custGeom>
                <a:rect b="b" l="l" r="r" t="t"/>
                <a:pathLst>
                  <a:path extrusionOk="0" h="833" w="170">
                    <a:moveTo>
                      <a:pt x="165" y="1"/>
                    </a:moveTo>
                    <a:cubicBezTo>
                      <a:pt x="163" y="1"/>
                      <a:pt x="159" y="4"/>
                      <a:pt x="156" y="10"/>
                    </a:cubicBezTo>
                    <a:lnTo>
                      <a:pt x="0" y="822"/>
                    </a:lnTo>
                    <a:cubicBezTo>
                      <a:pt x="0" y="829"/>
                      <a:pt x="2" y="832"/>
                      <a:pt x="3" y="832"/>
                    </a:cubicBezTo>
                    <a:cubicBezTo>
                      <a:pt x="5" y="832"/>
                      <a:pt x="7" y="829"/>
                      <a:pt x="7" y="822"/>
                    </a:cubicBezTo>
                    <a:cubicBezTo>
                      <a:pt x="65" y="556"/>
                      <a:pt x="117" y="283"/>
                      <a:pt x="169" y="10"/>
                    </a:cubicBezTo>
                    <a:cubicBezTo>
                      <a:pt x="169" y="4"/>
                      <a:pt x="167" y="1"/>
                      <a:pt x="16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" name="Google Shape;284;p27"/>
              <p:cNvSpPr/>
              <p:nvPr/>
            </p:nvSpPr>
            <p:spPr>
              <a:xfrm>
                <a:off x="5119113" y="2469016"/>
                <a:ext cx="5367" cy="121000"/>
              </a:xfrm>
              <a:custGeom>
                <a:rect b="b" l="l" r="r" t="t"/>
                <a:pathLst>
                  <a:path extrusionOk="0" h="1037" w="46">
                    <a:moveTo>
                      <a:pt x="7" y="0"/>
                    </a:moveTo>
                    <a:cubicBezTo>
                      <a:pt x="3" y="0"/>
                      <a:pt x="0" y="2"/>
                      <a:pt x="0" y="5"/>
                    </a:cubicBezTo>
                    <a:cubicBezTo>
                      <a:pt x="13" y="349"/>
                      <a:pt x="20" y="694"/>
                      <a:pt x="33" y="1031"/>
                    </a:cubicBezTo>
                    <a:cubicBezTo>
                      <a:pt x="29" y="1035"/>
                      <a:pt x="33" y="1036"/>
                      <a:pt x="37" y="1036"/>
                    </a:cubicBezTo>
                    <a:cubicBezTo>
                      <a:pt x="41" y="1036"/>
                      <a:pt x="46" y="1035"/>
                      <a:pt x="46" y="1031"/>
                    </a:cubicBezTo>
                    <a:cubicBezTo>
                      <a:pt x="33" y="694"/>
                      <a:pt x="20" y="349"/>
                      <a:pt x="13" y="5"/>
                    </a:cubicBezTo>
                    <a:cubicBezTo>
                      <a:pt x="13" y="2"/>
                      <a:pt x="10" y="0"/>
                      <a:pt x="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5" name="Google Shape;285;p27"/>
              <p:cNvSpPr/>
              <p:nvPr/>
            </p:nvSpPr>
            <p:spPr>
              <a:xfrm>
                <a:off x="4891698" y="2689547"/>
                <a:ext cx="13068" cy="64409"/>
              </a:xfrm>
              <a:custGeom>
                <a:rect b="b" l="l" r="r" t="t"/>
                <a:pathLst>
                  <a:path extrusionOk="0" h="552" w="112">
                    <a:moveTo>
                      <a:pt x="108" y="0"/>
                    </a:moveTo>
                    <a:cubicBezTo>
                      <a:pt x="106" y="0"/>
                      <a:pt x="105" y="2"/>
                      <a:pt x="105" y="5"/>
                    </a:cubicBezTo>
                    <a:cubicBezTo>
                      <a:pt x="72" y="187"/>
                      <a:pt x="40" y="369"/>
                      <a:pt x="1" y="544"/>
                    </a:cubicBezTo>
                    <a:cubicBezTo>
                      <a:pt x="1" y="548"/>
                      <a:pt x="5" y="552"/>
                      <a:pt x="9" y="552"/>
                    </a:cubicBezTo>
                    <a:cubicBezTo>
                      <a:pt x="11" y="552"/>
                      <a:pt x="14" y="550"/>
                      <a:pt x="14" y="544"/>
                    </a:cubicBezTo>
                    <a:cubicBezTo>
                      <a:pt x="53" y="369"/>
                      <a:pt x="85" y="187"/>
                      <a:pt x="111" y="5"/>
                    </a:cubicBezTo>
                    <a:cubicBezTo>
                      <a:pt x="111" y="2"/>
                      <a:pt x="110" y="0"/>
                      <a:pt x="10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9525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86" name="Google Shape;286;p27"/>
            <p:cNvGrpSpPr/>
            <p:nvPr/>
          </p:nvGrpSpPr>
          <p:grpSpPr>
            <a:xfrm>
              <a:off x="5997373" y="1875624"/>
              <a:ext cx="2205183" cy="2379625"/>
              <a:chOff x="4132110" y="1875624"/>
              <a:chExt cx="2205183" cy="2379625"/>
            </a:xfrm>
          </p:grpSpPr>
          <p:sp>
            <p:nvSpPr>
              <p:cNvPr id="287" name="Google Shape;287;p27"/>
              <p:cNvSpPr/>
              <p:nvPr/>
            </p:nvSpPr>
            <p:spPr>
              <a:xfrm>
                <a:off x="4332922" y="2323569"/>
                <a:ext cx="2004372" cy="1930279"/>
              </a:xfrm>
              <a:custGeom>
                <a:rect b="b" l="l" r="r" t="t"/>
                <a:pathLst>
                  <a:path extrusionOk="0" h="16543" w="17178">
                    <a:moveTo>
                      <a:pt x="8898" y="1"/>
                    </a:moveTo>
                    <a:cubicBezTo>
                      <a:pt x="8781" y="1"/>
                      <a:pt x="8664" y="1"/>
                      <a:pt x="8547" y="7"/>
                    </a:cubicBezTo>
                    <a:cubicBezTo>
                      <a:pt x="8443" y="14"/>
                      <a:pt x="8346" y="20"/>
                      <a:pt x="8242" y="27"/>
                    </a:cubicBezTo>
                    <a:cubicBezTo>
                      <a:pt x="4722" y="299"/>
                      <a:pt x="1767" y="2780"/>
                      <a:pt x="883" y="6203"/>
                    </a:cubicBezTo>
                    <a:cubicBezTo>
                      <a:pt x="0" y="9619"/>
                      <a:pt x="1383" y="13217"/>
                      <a:pt x="4325" y="15165"/>
                    </a:cubicBezTo>
                    <a:lnTo>
                      <a:pt x="4358" y="15191"/>
                    </a:lnTo>
                    <a:cubicBezTo>
                      <a:pt x="4637" y="15373"/>
                      <a:pt x="4923" y="15535"/>
                      <a:pt x="5215" y="15685"/>
                    </a:cubicBezTo>
                    <a:cubicBezTo>
                      <a:pt x="6202" y="16178"/>
                      <a:pt x="7280" y="16464"/>
                      <a:pt x="8384" y="16529"/>
                    </a:cubicBezTo>
                    <a:lnTo>
                      <a:pt x="8443" y="16529"/>
                    </a:lnTo>
                    <a:cubicBezTo>
                      <a:pt x="8599" y="16542"/>
                      <a:pt x="8748" y="16542"/>
                      <a:pt x="8904" y="16542"/>
                    </a:cubicBezTo>
                    <a:cubicBezTo>
                      <a:pt x="8920" y="16542"/>
                      <a:pt x="8935" y="16542"/>
                      <a:pt x="8951" y="16542"/>
                    </a:cubicBezTo>
                    <a:cubicBezTo>
                      <a:pt x="10052" y="16542"/>
                      <a:pt x="11146" y="16315"/>
                      <a:pt x="12164" y="15880"/>
                    </a:cubicBezTo>
                    <a:lnTo>
                      <a:pt x="12197" y="15860"/>
                    </a:lnTo>
                    <a:lnTo>
                      <a:pt x="12249" y="15841"/>
                    </a:lnTo>
                    <a:cubicBezTo>
                      <a:pt x="12255" y="15834"/>
                      <a:pt x="12262" y="15834"/>
                      <a:pt x="12275" y="15828"/>
                    </a:cubicBezTo>
                    <a:lnTo>
                      <a:pt x="12281" y="15828"/>
                    </a:lnTo>
                    <a:cubicBezTo>
                      <a:pt x="12482" y="15743"/>
                      <a:pt x="12677" y="15646"/>
                      <a:pt x="12866" y="15542"/>
                    </a:cubicBezTo>
                    <a:cubicBezTo>
                      <a:pt x="12970" y="15483"/>
                      <a:pt x="13073" y="15418"/>
                      <a:pt x="13177" y="15360"/>
                    </a:cubicBezTo>
                    <a:cubicBezTo>
                      <a:pt x="13366" y="15250"/>
                      <a:pt x="13541" y="15133"/>
                      <a:pt x="13716" y="15003"/>
                    </a:cubicBezTo>
                    <a:cubicBezTo>
                      <a:pt x="15892" y="13451"/>
                      <a:pt x="17178" y="10944"/>
                      <a:pt x="17178" y="8275"/>
                    </a:cubicBezTo>
                    <a:cubicBezTo>
                      <a:pt x="17178" y="4690"/>
                      <a:pt x="14866" y="1507"/>
                      <a:pt x="11456" y="403"/>
                    </a:cubicBezTo>
                    <a:lnTo>
                      <a:pt x="11294" y="351"/>
                    </a:lnTo>
                    <a:lnTo>
                      <a:pt x="11203" y="325"/>
                    </a:lnTo>
                    <a:cubicBezTo>
                      <a:pt x="11145" y="306"/>
                      <a:pt x="11086" y="286"/>
                      <a:pt x="11021" y="273"/>
                    </a:cubicBezTo>
                    <a:lnTo>
                      <a:pt x="10911" y="247"/>
                    </a:lnTo>
                    <a:lnTo>
                      <a:pt x="10852" y="228"/>
                    </a:lnTo>
                    <a:cubicBezTo>
                      <a:pt x="10807" y="221"/>
                      <a:pt x="10768" y="208"/>
                      <a:pt x="10729" y="202"/>
                    </a:cubicBezTo>
                    <a:lnTo>
                      <a:pt x="10651" y="182"/>
                    </a:lnTo>
                    <a:lnTo>
                      <a:pt x="10632" y="176"/>
                    </a:lnTo>
                    <a:cubicBezTo>
                      <a:pt x="10554" y="163"/>
                      <a:pt x="10482" y="150"/>
                      <a:pt x="10404" y="137"/>
                    </a:cubicBezTo>
                    <a:cubicBezTo>
                      <a:pt x="10294" y="111"/>
                      <a:pt x="10183" y="98"/>
                      <a:pt x="10073" y="79"/>
                    </a:cubicBezTo>
                    <a:lnTo>
                      <a:pt x="10060" y="79"/>
                    </a:lnTo>
                    <a:cubicBezTo>
                      <a:pt x="9677" y="27"/>
                      <a:pt x="9287" y="1"/>
                      <a:pt x="889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8" name="Google Shape;288;p27"/>
              <p:cNvSpPr/>
              <p:nvPr/>
            </p:nvSpPr>
            <p:spPr>
              <a:xfrm>
                <a:off x="4839092" y="1882858"/>
                <a:ext cx="350164" cy="359032"/>
              </a:xfrm>
              <a:custGeom>
                <a:rect b="b" l="l" r="r" t="t"/>
                <a:pathLst>
                  <a:path extrusionOk="0" h="3077" w="3001">
                    <a:moveTo>
                      <a:pt x="2000" y="0"/>
                    </a:moveTo>
                    <a:cubicBezTo>
                      <a:pt x="1694" y="0"/>
                      <a:pt x="952" y="1127"/>
                      <a:pt x="682" y="1355"/>
                    </a:cubicBezTo>
                    <a:cubicBezTo>
                      <a:pt x="782" y="1081"/>
                      <a:pt x="606" y="560"/>
                      <a:pt x="356" y="560"/>
                    </a:cubicBezTo>
                    <a:cubicBezTo>
                      <a:pt x="346" y="560"/>
                      <a:pt x="336" y="561"/>
                      <a:pt x="325" y="563"/>
                    </a:cubicBezTo>
                    <a:cubicBezTo>
                      <a:pt x="39" y="621"/>
                      <a:pt x="176" y="1992"/>
                      <a:pt x="0" y="2160"/>
                    </a:cubicBezTo>
                    <a:lnTo>
                      <a:pt x="799" y="3076"/>
                    </a:lnTo>
                    <a:cubicBezTo>
                      <a:pt x="1293" y="2953"/>
                      <a:pt x="1715" y="2654"/>
                      <a:pt x="1994" y="2232"/>
                    </a:cubicBezTo>
                    <a:cubicBezTo>
                      <a:pt x="2455" y="2083"/>
                      <a:pt x="2962" y="1738"/>
                      <a:pt x="2903" y="1615"/>
                    </a:cubicBezTo>
                    <a:cubicBezTo>
                      <a:pt x="2893" y="1595"/>
                      <a:pt x="2862" y="1586"/>
                      <a:pt x="2817" y="1586"/>
                    </a:cubicBezTo>
                    <a:cubicBezTo>
                      <a:pt x="2575" y="1586"/>
                      <a:pt x="1923" y="1836"/>
                      <a:pt x="1923" y="1836"/>
                    </a:cubicBezTo>
                    <a:cubicBezTo>
                      <a:pt x="1923" y="1836"/>
                      <a:pt x="3001" y="1232"/>
                      <a:pt x="2877" y="1011"/>
                    </a:cubicBezTo>
                    <a:cubicBezTo>
                      <a:pt x="2859" y="981"/>
                      <a:pt x="2825" y="968"/>
                      <a:pt x="2779" y="968"/>
                    </a:cubicBezTo>
                    <a:cubicBezTo>
                      <a:pt x="2494" y="968"/>
                      <a:pt x="1767" y="1459"/>
                      <a:pt x="1767" y="1459"/>
                    </a:cubicBezTo>
                    <a:cubicBezTo>
                      <a:pt x="1767" y="1459"/>
                      <a:pt x="2877" y="608"/>
                      <a:pt x="2676" y="368"/>
                    </a:cubicBezTo>
                    <a:cubicBezTo>
                      <a:pt x="2654" y="341"/>
                      <a:pt x="2623" y="329"/>
                      <a:pt x="2584" y="329"/>
                    </a:cubicBezTo>
                    <a:cubicBezTo>
                      <a:pt x="2276" y="329"/>
                      <a:pt x="1507" y="1082"/>
                      <a:pt x="1507" y="1082"/>
                    </a:cubicBezTo>
                    <a:cubicBezTo>
                      <a:pt x="1507" y="1082"/>
                      <a:pt x="2248" y="180"/>
                      <a:pt x="2066" y="24"/>
                    </a:cubicBezTo>
                    <a:cubicBezTo>
                      <a:pt x="2047" y="8"/>
                      <a:pt x="2025" y="0"/>
                      <a:pt x="2000" y="0"/>
                    </a:cubicBezTo>
                    <a:close/>
                  </a:path>
                </a:pathLst>
              </a:custGeom>
              <a:solidFill>
                <a:srgbClr val="F8C3A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9" name="Google Shape;289;p27"/>
              <p:cNvSpPr/>
              <p:nvPr/>
            </p:nvSpPr>
            <p:spPr>
              <a:xfrm>
                <a:off x="4132110" y="2067450"/>
                <a:ext cx="966248" cy="1029140"/>
              </a:xfrm>
              <a:custGeom>
                <a:rect b="b" l="l" r="r" t="t"/>
                <a:pathLst>
                  <a:path extrusionOk="0" h="8820" w="8281">
                    <a:moveTo>
                      <a:pt x="5949" y="0"/>
                    </a:moveTo>
                    <a:cubicBezTo>
                      <a:pt x="5949" y="0"/>
                      <a:pt x="2026" y="3793"/>
                      <a:pt x="1221" y="4521"/>
                    </a:cubicBezTo>
                    <a:cubicBezTo>
                      <a:pt x="273" y="5384"/>
                      <a:pt x="0" y="7339"/>
                      <a:pt x="2130" y="7722"/>
                    </a:cubicBezTo>
                    <a:cubicBezTo>
                      <a:pt x="3942" y="8047"/>
                      <a:pt x="7878" y="8820"/>
                      <a:pt x="7878" y="8820"/>
                    </a:cubicBezTo>
                    <a:lnTo>
                      <a:pt x="8281" y="5501"/>
                    </a:lnTo>
                    <a:cubicBezTo>
                      <a:pt x="6553" y="5436"/>
                      <a:pt x="3721" y="5215"/>
                      <a:pt x="3721" y="5215"/>
                    </a:cubicBezTo>
                    <a:lnTo>
                      <a:pt x="7462" y="1423"/>
                    </a:lnTo>
                    <a:cubicBezTo>
                      <a:pt x="7027" y="507"/>
                      <a:pt x="5949" y="0"/>
                      <a:pt x="594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0" name="Google Shape;290;p27"/>
              <p:cNvSpPr/>
              <p:nvPr/>
            </p:nvSpPr>
            <p:spPr>
              <a:xfrm>
                <a:off x="4404332" y="2673150"/>
                <a:ext cx="153671" cy="18903"/>
              </a:xfrm>
              <a:custGeom>
                <a:rect b="b" l="l" r="r" t="t"/>
                <a:pathLst>
                  <a:path extrusionOk="0" h="162" w="1317">
                    <a:moveTo>
                      <a:pt x="1001" y="0"/>
                    </a:moveTo>
                    <a:cubicBezTo>
                      <a:pt x="767" y="0"/>
                      <a:pt x="532" y="22"/>
                      <a:pt x="297" y="63"/>
                    </a:cubicBezTo>
                    <a:cubicBezTo>
                      <a:pt x="206" y="83"/>
                      <a:pt x="116" y="102"/>
                      <a:pt x="25" y="122"/>
                    </a:cubicBezTo>
                    <a:cubicBezTo>
                      <a:pt x="1" y="128"/>
                      <a:pt x="10" y="162"/>
                      <a:pt x="27" y="162"/>
                    </a:cubicBezTo>
                    <a:cubicBezTo>
                      <a:pt x="28" y="162"/>
                      <a:pt x="30" y="161"/>
                      <a:pt x="31" y="161"/>
                    </a:cubicBezTo>
                    <a:cubicBezTo>
                      <a:pt x="335" y="88"/>
                      <a:pt x="639" y="43"/>
                      <a:pt x="949" y="43"/>
                    </a:cubicBezTo>
                    <a:cubicBezTo>
                      <a:pt x="970" y="43"/>
                      <a:pt x="991" y="44"/>
                      <a:pt x="1012" y="44"/>
                    </a:cubicBezTo>
                    <a:cubicBezTo>
                      <a:pt x="1103" y="44"/>
                      <a:pt x="1194" y="44"/>
                      <a:pt x="1291" y="50"/>
                    </a:cubicBezTo>
                    <a:cubicBezTo>
                      <a:pt x="1317" y="50"/>
                      <a:pt x="1317" y="12"/>
                      <a:pt x="1291" y="12"/>
                    </a:cubicBezTo>
                    <a:cubicBezTo>
                      <a:pt x="1194" y="4"/>
                      <a:pt x="1098" y="0"/>
                      <a:pt x="100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1" name="Google Shape;291;p27"/>
              <p:cNvSpPr/>
              <p:nvPr/>
            </p:nvSpPr>
            <p:spPr>
              <a:xfrm>
                <a:off x="4851927" y="1875624"/>
                <a:ext cx="1016305" cy="974999"/>
              </a:xfrm>
              <a:custGeom>
                <a:rect b="b" l="l" r="r" t="t"/>
                <a:pathLst>
                  <a:path extrusionOk="0" h="8356" w="8710">
                    <a:moveTo>
                      <a:pt x="3807" y="1"/>
                    </a:moveTo>
                    <a:cubicBezTo>
                      <a:pt x="3491" y="1"/>
                      <a:pt x="3182" y="65"/>
                      <a:pt x="2891" y="183"/>
                    </a:cubicBezTo>
                    <a:cubicBezTo>
                      <a:pt x="2443" y="378"/>
                      <a:pt x="2053" y="722"/>
                      <a:pt x="1891" y="1190"/>
                    </a:cubicBezTo>
                    <a:cubicBezTo>
                      <a:pt x="1741" y="1612"/>
                      <a:pt x="1774" y="2099"/>
                      <a:pt x="1527" y="2476"/>
                    </a:cubicBezTo>
                    <a:cubicBezTo>
                      <a:pt x="1345" y="2755"/>
                      <a:pt x="1033" y="2924"/>
                      <a:pt x="780" y="3145"/>
                    </a:cubicBezTo>
                    <a:cubicBezTo>
                      <a:pt x="527" y="3359"/>
                      <a:pt x="306" y="3690"/>
                      <a:pt x="404" y="4015"/>
                    </a:cubicBezTo>
                    <a:cubicBezTo>
                      <a:pt x="481" y="4275"/>
                      <a:pt x="754" y="4457"/>
                      <a:pt x="787" y="4723"/>
                    </a:cubicBezTo>
                    <a:cubicBezTo>
                      <a:pt x="826" y="4976"/>
                      <a:pt x="644" y="5203"/>
                      <a:pt x="462" y="5379"/>
                    </a:cubicBezTo>
                    <a:cubicBezTo>
                      <a:pt x="287" y="5554"/>
                      <a:pt x="85" y="5742"/>
                      <a:pt x="46" y="5996"/>
                    </a:cubicBezTo>
                    <a:cubicBezTo>
                      <a:pt x="1" y="6294"/>
                      <a:pt x="235" y="6580"/>
                      <a:pt x="507" y="6710"/>
                    </a:cubicBezTo>
                    <a:cubicBezTo>
                      <a:pt x="787" y="6840"/>
                      <a:pt x="1098" y="6853"/>
                      <a:pt x="1404" y="6872"/>
                    </a:cubicBezTo>
                    <a:cubicBezTo>
                      <a:pt x="1702" y="6898"/>
                      <a:pt x="2027" y="6937"/>
                      <a:pt x="2274" y="7119"/>
                    </a:cubicBezTo>
                    <a:cubicBezTo>
                      <a:pt x="2521" y="7295"/>
                      <a:pt x="2677" y="7606"/>
                      <a:pt x="2891" y="7847"/>
                    </a:cubicBezTo>
                    <a:cubicBezTo>
                      <a:pt x="3203" y="8180"/>
                      <a:pt x="3630" y="8356"/>
                      <a:pt x="4063" y="8356"/>
                    </a:cubicBezTo>
                    <a:cubicBezTo>
                      <a:pt x="4288" y="8356"/>
                      <a:pt x="4515" y="8308"/>
                      <a:pt x="4729" y="8210"/>
                    </a:cubicBezTo>
                    <a:cubicBezTo>
                      <a:pt x="5054" y="8048"/>
                      <a:pt x="5326" y="7775"/>
                      <a:pt x="5664" y="7645"/>
                    </a:cubicBezTo>
                    <a:cubicBezTo>
                      <a:pt x="5878" y="7565"/>
                      <a:pt x="6107" y="7539"/>
                      <a:pt x="6337" y="7539"/>
                    </a:cubicBezTo>
                    <a:cubicBezTo>
                      <a:pt x="6477" y="7539"/>
                      <a:pt x="6617" y="7549"/>
                      <a:pt x="6755" y="7561"/>
                    </a:cubicBezTo>
                    <a:cubicBezTo>
                      <a:pt x="6968" y="7584"/>
                      <a:pt x="7184" y="7609"/>
                      <a:pt x="7399" y="7609"/>
                    </a:cubicBezTo>
                    <a:cubicBezTo>
                      <a:pt x="7552" y="7609"/>
                      <a:pt x="7704" y="7596"/>
                      <a:pt x="7853" y="7561"/>
                    </a:cubicBezTo>
                    <a:cubicBezTo>
                      <a:pt x="8210" y="7483"/>
                      <a:pt x="8554" y="7230"/>
                      <a:pt x="8632" y="6872"/>
                    </a:cubicBezTo>
                    <a:cubicBezTo>
                      <a:pt x="8710" y="6509"/>
                      <a:pt x="8496" y="6132"/>
                      <a:pt x="8268" y="5827"/>
                    </a:cubicBezTo>
                    <a:cubicBezTo>
                      <a:pt x="8041" y="5528"/>
                      <a:pt x="7781" y="5210"/>
                      <a:pt x="7749" y="4833"/>
                    </a:cubicBezTo>
                    <a:cubicBezTo>
                      <a:pt x="7716" y="4398"/>
                      <a:pt x="8002" y="3930"/>
                      <a:pt x="7807" y="3541"/>
                    </a:cubicBezTo>
                    <a:cubicBezTo>
                      <a:pt x="7703" y="3333"/>
                      <a:pt x="7489" y="3203"/>
                      <a:pt x="7320" y="3060"/>
                    </a:cubicBezTo>
                    <a:cubicBezTo>
                      <a:pt x="7138" y="2911"/>
                      <a:pt x="7002" y="2703"/>
                      <a:pt x="6943" y="2469"/>
                    </a:cubicBezTo>
                    <a:cubicBezTo>
                      <a:pt x="6794" y="1976"/>
                      <a:pt x="6788" y="1352"/>
                      <a:pt x="6242" y="1105"/>
                    </a:cubicBezTo>
                    <a:cubicBezTo>
                      <a:pt x="6125" y="1066"/>
                      <a:pt x="6002" y="1034"/>
                      <a:pt x="5878" y="1014"/>
                    </a:cubicBezTo>
                    <a:cubicBezTo>
                      <a:pt x="5761" y="436"/>
                      <a:pt x="5118" y="183"/>
                      <a:pt x="4599" y="79"/>
                    </a:cubicBezTo>
                    <a:cubicBezTo>
                      <a:pt x="4352" y="27"/>
                      <a:pt x="4105" y="1"/>
                      <a:pt x="3852" y="1"/>
                    </a:cubicBezTo>
                    <a:cubicBezTo>
                      <a:pt x="3837" y="1"/>
                      <a:pt x="3822" y="1"/>
                      <a:pt x="380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" name="Google Shape;292;p27"/>
              <p:cNvSpPr/>
              <p:nvPr/>
            </p:nvSpPr>
            <p:spPr>
              <a:xfrm>
                <a:off x="4886115" y="2709322"/>
                <a:ext cx="984450" cy="1544526"/>
              </a:xfrm>
              <a:custGeom>
                <a:rect b="b" l="l" r="r" t="t"/>
                <a:pathLst>
                  <a:path extrusionOk="0" h="13237" w="8437">
                    <a:moveTo>
                      <a:pt x="1812" y="0"/>
                    </a:moveTo>
                    <a:lnTo>
                      <a:pt x="1390" y="3046"/>
                    </a:lnTo>
                    <a:cubicBezTo>
                      <a:pt x="1182" y="3254"/>
                      <a:pt x="1000" y="3481"/>
                      <a:pt x="844" y="3728"/>
                    </a:cubicBezTo>
                    <a:cubicBezTo>
                      <a:pt x="0" y="5111"/>
                      <a:pt x="286" y="6884"/>
                      <a:pt x="1422" y="7261"/>
                    </a:cubicBezTo>
                    <a:cubicBezTo>
                      <a:pt x="1422" y="7261"/>
                      <a:pt x="883" y="10145"/>
                      <a:pt x="474" y="12379"/>
                    </a:cubicBezTo>
                    <a:cubicBezTo>
                      <a:pt x="1461" y="12872"/>
                      <a:pt x="2539" y="13158"/>
                      <a:pt x="3643" y="13223"/>
                    </a:cubicBezTo>
                    <a:lnTo>
                      <a:pt x="3702" y="13223"/>
                    </a:lnTo>
                    <a:cubicBezTo>
                      <a:pt x="3858" y="13236"/>
                      <a:pt x="4007" y="13236"/>
                      <a:pt x="4163" y="13236"/>
                    </a:cubicBezTo>
                    <a:cubicBezTo>
                      <a:pt x="4179" y="13236"/>
                      <a:pt x="4194" y="13236"/>
                      <a:pt x="4210" y="13236"/>
                    </a:cubicBezTo>
                    <a:cubicBezTo>
                      <a:pt x="5311" y="13236"/>
                      <a:pt x="6405" y="13009"/>
                      <a:pt x="7423" y="12574"/>
                    </a:cubicBezTo>
                    <a:lnTo>
                      <a:pt x="7456" y="12554"/>
                    </a:lnTo>
                    <a:lnTo>
                      <a:pt x="7508" y="12535"/>
                    </a:lnTo>
                    <a:cubicBezTo>
                      <a:pt x="7514" y="12528"/>
                      <a:pt x="7521" y="12528"/>
                      <a:pt x="7534" y="12522"/>
                    </a:cubicBezTo>
                    <a:lnTo>
                      <a:pt x="7540" y="12522"/>
                    </a:lnTo>
                    <a:cubicBezTo>
                      <a:pt x="7741" y="12437"/>
                      <a:pt x="7936" y="12340"/>
                      <a:pt x="8125" y="12236"/>
                    </a:cubicBezTo>
                    <a:cubicBezTo>
                      <a:pt x="8229" y="12177"/>
                      <a:pt x="8332" y="12112"/>
                      <a:pt x="8436" y="12054"/>
                    </a:cubicBezTo>
                    <a:cubicBezTo>
                      <a:pt x="8138" y="11268"/>
                      <a:pt x="7722" y="10398"/>
                      <a:pt x="7170" y="9638"/>
                    </a:cubicBezTo>
                    <a:lnTo>
                      <a:pt x="6969" y="526"/>
                    </a:lnTo>
                    <a:lnTo>
                      <a:pt x="5300" y="124"/>
                    </a:lnTo>
                    <a:lnTo>
                      <a:pt x="3403" y="130"/>
                    </a:lnTo>
                    <a:lnTo>
                      <a:pt x="181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3" name="Google Shape;293;p27"/>
              <p:cNvSpPr/>
              <p:nvPr/>
            </p:nvSpPr>
            <p:spPr>
              <a:xfrm>
                <a:off x="5018900" y="3057736"/>
                <a:ext cx="42939" cy="40606"/>
              </a:xfrm>
              <a:custGeom>
                <a:rect b="b" l="l" r="r" t="t"/>
                <a:pathLst>
                  <a:path extrusionOk="0" h="348" w="368">
                    <a:moveTo>
                      <a:pt x="335" y="1"/>
                    </a:moveTo>
                    <a:cubicBezTo>
                      <a:pt x="333" y="1"/>
                      <a:pt x="332" y="1"/>
                      <a:pt x="330" y="2"/>
                    </a:cubicBezTo>
                    <a:cubicBezTo>
                      <a:pt x="193" y="80"/>
                      <a:pt x="83" y="184"/>
                      <a:pt x="5" y="320"/>
                    </a:cubicBezTo>
                    <a:cubicBezTo>
                      <a:pt x="1" y="334"/>
                      <a:pt x="15" y="347"/>
                      <a:pt x="29" y="347"/>
                    </a:cubicBezTo>
                    <a:cubicBezTo>
                      <a:pt x="35" y="347"/>
                      <a:pt x="40" y="345"/>
                      <a:pt x="44" y="339"/>
                    </a:cubicBezTo>
                    <a:cubicBezTo>
                      <a:pt x="116" y="210"/>
                      <a:pt x="219" y="106"/>
                      <a:pt x="349" y="41"/>
                    </a:cubicBezTo>
                    <a:cubicBezTo>
                      <a:pt x="367" y="29"/>
                      <a:pt x="352" y="1"/>
                      <a:pt x="33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4" name="Google Shape;294;p27"/>
              <p:cNvSpPr/>
              <p:nvPr/>
            </p:nvSpPr>
            <p:spPr>
              <a:xfrm>
                <a:off x="5052739" y="2751561"/>
                <a:ext cx="39555" cy="310259"/>
              </a:xfrm>
              <a:custGeom>
                <a:rect b="b" l="l" r="r" t="t"/>
                <a:pathLst>
                  <a:path extrusionOk="0" h="2659" w="339">
                    <a:moveTo>
                      <a:pt x="312" y="1"/>
                    </a:moveTo>
                    <a:cubicBezTo>
                      <a:pt x="305" y="1"/>
                      <a:pt x="300" y="5"/>
                      <a:pt x="300" y="15"/>
                    </a:cubicBezTo>
                    <a:cubicBezTo>
                      <a:pt x="189" y="690"/>
                      <a:pt x="105" y="1372"/>
                      <a:pt x="46" y="2054"/>
                    </a:cubicBezTo>
                    <a:cubicBezTo>
                      <a:pt x="27" y="2249"/>
                      <a:pt x="14" y="2444"/>
                      <a:pt x="1" y="2639"/>
                    </a:cubicBezTo>
                    <a:cubicBezTo>
                      <a:pt x="1" y="2652"/>
                      <a:pt x="11" y="2658"/>
                      <a:pt x="20" y="2658"/>
                    </a:cubicBezTo>
                    <a:cubicBezTo>
                      <a:pt x="30" y="2658"/>
                      <a:pt x="40" y="2652"/>
                      <a:pt x="40" y="2639"/>
                    </a:cubicBezTo>
                    <a:cubicBezTo>
                      <a:pt x="85" y="1957"/>
                      <a:pt x="157" y="1275"/>
                      <a:pt x="248" y="599"/>
                    </a:cubicBezTo>
                    <a:cubicBezTo>
                      <a:pt x="280" y="405"/>
                      <a:pt x="306" y="216"/>
                      <a:pt x="339" y="28"/>
                    </a:cubicBezTo>
                    <a:cubicBezTo>
                      <a:pt x="339" y="12"/>
                      <a:pt x="324" y="1"/>
                      <a:pt x="31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5" name="Google Shape;295;p27"/>
              <p:cNvSpPr/>
              <p:nvPr/>
            </p:nvSpPr>
            <p:spPr>
              <a:xfrm>
                <a:off x="5058806" y="1959402"/>
                <a:ext cx="518537" cy="887137"/>
              </a:xfrm>
              <a:custGeom>
                <a:rect b="b" l="l" r="r" t="t"/>
                <a:pathLst>
                  <a:path extrusionOk="0" h="7603" w="4444">
                    <a:moveTo>
                      <a:pt x="2273" y="0"/>
                    </a:moveTo>
                    <a:cubicBezTo>
                      <a:pt x="1341" y="0"/>
                      <a:pt x="414" y="430"/>
                      <a:pt x="280" y="1076"/>
                    </a:cubicBezTo>
                    <a:cubicBezTo>
                      <a:pt x="53" y="2199"/>
                      <a:pt x="1" y="3011"/>
                      <a:pt x="85" y="3615"/>
                    </a:cubicBezTo>
                    <a:cubicBezTo>
                      <a:pt x="85" y="3622"/>
                      <a:pt x="79" y="3622"/>
                      <a:pt x="85" y="3635"/>
                    </a:cubicBezTo>
                    <a:cubicBezTo>
                      <a:pt x="92" y="3654"/>
                      <a:pt x="92" y="3674"/>
                      <a:pt x="92" y="3687"/>
                    </a:cubicBezTo>
                    <a:lnTo>
                      <a:pt x="92" y="3713"/>
                    </a:lnTo>
                    <a:lnTo>
                      <a:pt x="98" y="3732"/>
                    </a:lnTo>
                    <a:cubicBezTo>
                      <a:pt x="131" y="3959"/>
                      <a:pt x="196" y="4180"/>
                      <a:pt x="293" y="4394"/>
                    </a:cubicBezTo>
                    <a:cubicBezTo>
                      <a:pt x="403" y="4635"/>
                      <a:pt x="572" y="4856"/>
                      <a:pt x="780" y="5031"/>
                    </a:cubicBezTo>
                    <a:cubicBezTo>
                      <a:pt x="968" y="5193"/>
                      <a:pt x="1170" y="5349"/>
                      <a:pt x="1378" y="5492"/>
                    </a:cubicBezTo>
                    <a:cubicBezTo>
                      <a:pt x="1423" y="5518"/>
                      <a:pt x="1462" y="5550"/>
                      <a:pt x="1508" y="5583"/>
                    </a:cubicBezTo>
                    <a:cubicBezTo>
                      <a:pt x="1534" y="5602"/>
                      <a:pt x="1553" y="5622"/>
                      <a:pt x="1579" y="5641"/>
                    </a:cubicBezTo>
                    <a:lnTo>
                      <a:pt x="1592" y="5654"/>
                    </a:lnTo>
                    <a:cubicBezTo>
                      <a:pt x="1605" y="5667"/>
                      <a:pt x="1611" y="5674"/>
                      <a:pt x="1631" y="5693"/>
                    </a:cubicBezTo>
                    <a:cubicBezTo>
                      <a:pt x="1650" y="5713"/>
                      <a:pt x="1670" y="5726"/>
                      <a:pt x="1689" y="5745"/>
                    </a:cubicBezTo>
                    <a:cubicBezTo>
                      <a:pt x="1910" y="5986"/>
                      <a:pt x="2034" y="6310"/>
                      <a:pt x="2027" y="6999"/>
                    </a:cubicBezTo>
                    <a:cubicBezTo>
                      <a:pt x="2173" y="7386"/>
                      <a:pt x="2548" y="7602"/>
                      <a:pt x="2925" y="7602"/>
                    </a:cubicBezTo>
                    <a:cubicBezTo>
                      <a:pt x="3270" y="7602"/>
                      <a:pt x="3617" y="7422"/>
                      <a:pt x="3794" y="7025"/>
                    </a:cubicBezTo>
                    <a:cubicBezTo>
                      <a:pt x="3800" y="6427"/>
                      <a:pt x="3865" y="5836"/>
                      <a:pt x="3995" y="5252"/>
                    </a:cubicBezTo>
                    <a:cubicBezTo>
                      <a:pt x="4092" y="4765"/>
                      <a:pt x="4248" y="4291"/>
                      <a:pt x="4443" y="3829"/>
                    </a:cubicBezTo>
                    <a:cubicBezTo>
                      <a:pt x="4443" y="3829"/>
                      <a:pt x="4443" y="3303"/>
                      <a:pt x="4404" y="2686"/>
                    </a:cubicBezTo>
                    <a:cubicBezTo>
                      <a:pt x="4365" y="2018"/>
                      <a:pt x="4281" y="1251"/>
                      <a:pt x="4112" y="933"/>
                    </a:cubicBezTo>
                    <a:cubicBezTo>
                      <a:pt x="3766" y="275"/>
                      <a:pt x="3018" y="0"/>
                      <a:pt x="2273" y="0"/>
                    </a:cubicBezTo>
                    <a:close/>
                  </a:path>
                </a:pathLst>
              </a:custGeom>
              <a:solidFill>
                <a:srgbClr val="F8C3A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" name="Google Shape;296;p27"/>
              <p:cNvSpPr/>
              <p:nvPr/>
            </p:nvSpPr>
            <p:spPr>
              <a:xfrm>
                <a:off x="5053555" y="1949017"/>
                <a:ext cx="554009" cy="392870"/>
              </a:xfrm>
              <a:custGeom>
                <a:rect b="b" l="l" r="r" t="t"/>
                <a:pathLst>
                  <a:path extrusionOk="0" h="3367" w="4748">
                    <a:moveTo>
                      <a:pt x="2046" y="1"/>
                    </a:moveTo>
                    <a:cubicBezTo>
                      <a:pt x="1943" y="1"/>
                      <a:pt x="1842" y="7"/>
                      <a:pt x="1741" y="22"/>
                    </a:cubicBezTo>
                    <a:cubicBezTo>
                      <a:pt x="1215" y="100"/>
                      <a:pt x="747" y="372"/>
                      <a:pt x="423" y="788"/>
                    </a:cubicBezTo>
                    <a:cubicBezTo>
                      <a:pt x="111" y="1204"/>
                      <a:pt x="0" y="1749"/>
                      <a:pt x="59" y="2269"/>
                    </a:cubicBezTo>
                    <a:cubicBezTo>
                      <a:pt x="403" y="2217"/>
                      <a:pt x="728" y="2074"/>
                      <a:pt x="994" y="1853"/>
                    </a:cubicBezTo>
                    <a:cubicBezTo>
                      <a:pt x="1260" y="1632"/>
                      <a:pt x="1501" y="1386"/>
                      <a:pt x="1721" y="1126"/>
                    </a:cubicBezTo>
                    <a:cubicBezTo>
                      <a:pt x="1832" y="1399"/>
                      <a:pt x="2027" y="1632"/>
                      <a:pt x="2280" y="1795"/>
                    </a:cubicBezTo>
                    <a:cubicBezTo>
                      <a:pt x="2491" y="1923"/>
                      <a:pt x="2736" y="1989"/>
                      <a:pt x="2981" y="1989"/>
                    </a:cubicBezTo>
                    <a:cubicBezTo>
                      <a:pt x="3023" y="1989"/>
                      <a:pt x="3064" y="1987"/>
                      <a:pt x="3105" y="1983"/>
                    </a:cubicBezTo>
                    <a:cubicBezTo>
                      <a:pt x="3261" y="2756"/>
                      <a:pt x="3923" y="3327"/>
                      <a:pt x="4715" y="3366"/>
                    </a:cubicBezTo>
                    <a:cubicBezTo>
                      <a:pt x="4748" y="2782"/>
                      <a:pt x="4689" y="2197"/>
                      <a:pt x="4540" y="1632"/>
                    </a:cubicBezTo>
                    <a:cubicBezTo>
                      <a:pt x="4443" y="1275"/>
                      <a:pt x="4293" y="918"/>
                      <a:pt x="4027" y="658"/>
                    </a:cubicBezTo>
                    <a:cubicBezTo>
                      <a:pt x="3741" y="379"/>
                      <a:pt x="3345" y="236"/>
                      <a:pt x="2955" y="132"/>
                    </a:cubicBezTo>
                    <a:cubicBezTo>
                      <a:pt x="2663" y="59"/>
                      <a:pt x="2353" y="1"/>
                      <a:pt x="20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" name="Google Shape;297;p27"/>
              <p:cNvSpPr/>
              <p:nvPr/>
            </p:nvSpPr>
            <p:spPr>
              <a:xfrm>
                <a:off x="5188441" y="2352389"/>
                <a:ext cx="40956" cy="34421"/>
              </a:xfrm>
              <a:custGeom>
                <a:rect b="b" l="l" r="r" t="t"/>
                <a:pathLst>
                  <a:path extrusionOk="0" h="295" w="351">
                    <a:moveTo>
                      <a:pt x="176" y="0"/>
                    </a:moveTo>
                    <a:cubicBezTo>
                      <a:pt x="137" y="0"/>
                      <a:pt x="91" y="7"/>
                      <a:pt x="59" y="33"/>
                    </a:cubicBezTo>
                    <a:cubicBezTo>
                      <a:pt x="20" y="59"/>
                      <a:pt x="0" y="98"/>
                      <a:pt x="0" y="143"/>
                    </a:cubicBezTo>
                    <a:cubicBezTo>
                      <a:pt x="0" y="189"/>
                      <a:pt x="13" y="228"/>
                      <a:pt x="26" y="267"/>
                    </a:cubicBezTo>
                    <a:cubicBezTo>
                      <a:pt x="32" y="283"/>
                      <a:pt x="50" y="294"/>
                      <a:pt x="67" y="294"/>
                    </a:cubicBezTo>
                    <a:cubicBezTo>
                      <a:pt x="71" y="294"/>
                      <a:pt x="75" y="294"/>
                      <a:pt x="78" y="293"/>
                    </a:cubicBezTo>
                    <a:cubicBezTo>
                      <a:pt x="104" y="286"/>
                      <a:pt x="117" y="267"/>
                      <a:pt x="111" y="241"/>
                    </a:cubicBezTo>
                    <a:cubicBezTo>
                      <a:pt x="98" y="215"/>
                      <a:pt x="91" y="182"/>
                      <a:pt x="85" y="156"/>
                    </a:cubicBezTo>
                    <a:cubicBezTo>
                      <a:pt x="85" y="137"/>
                      <a:pt x="91" y="124"/>
                      <a:pt x="98" y="111"/>
                    </a:cubicBezTo>
                    <a:cubicBezTo>
                      <a:pt x="111" y="98"/>
                      <a:pt x="124" y="91"/>
                      <a:pt x="137" y="85"/>
                    </a:cubicBezTo>
                    <a:lnTo>
                      <a:pt x="195" y="85"/>
                    </a:lnTo>
                    <a:cubicBezTo>
                      <a:pt x="221" y="91"/>
                      <a:pt x="247" y="98"/>
                      <a:pt x="273" y="111"/>
                    </a:cubicBezTo>
                    <a:cubicBezTo>
                      <a:pt x="280" y="114"/>
                      <a:pt x="287" y="116"/>
                      <a:pt x="294" y="116"/>
                    </a:cubicBezTo>
                    <a:cubicBezTo>
                      <a:pt x="333" y="116"/>
                      <a:pt x="350" y="55"/>
                      <a:pt x="306" y="33"/>
                    </a:cubicBezTo>
                    <a:lnTo>
                      <a:pt x="306" y="33"/>
                    </a:lnTo>
                    <a:lnTo>
                      <a:pt x="306" y="39"/>
                    </a:lnTo>
                    <a:cubicBezTo>
                      <a:pt x="267" y="13"/>
                      <a:pt x="221" y="7"/>
                      <a:pt x="176" y="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rgbClr val="FBA47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" name="Google Shape;298;p27"/>
              <p:cNvSpPr/>
              <p:nvPr/>
            </p:nvSpPr>
            <p:spPr>
              <a:xfrm>
                <a:off x="5095211" y="2209220"/>
                <a:ext cx="98597" cy="49240"/>
              </a:xfrm>
              <a:custGeom>
                <a:rect b="b" l="l" r="r" t="t"/>
                <a:pathLst>
                  <a:path extrusionOk="0" h="422" w="845">
                    <a:moveTo>
                      <a:pt x="710" y="0"/>
                    </a:moveTo>
                    <a:cubicBezTo>
                      <a:pt x="676" y="0"/>
                      <a:pt x="643" y="14"/>
                      <a:pt x="618" y="39"/>
                    </a:cubicBezTo>
                    <a:lnTo>
                      <a:pt x="605" y="52"/>
                    </a:lnTo>
                    <a:cubicBezTo>
                      <a:pt x="540" y="110"/>
                      <a:pt x="462" y="149"/>
                      <a:pt x="377" y="169"/>
                    </a:cubicBezTo>
                    <a:cubicBezTo>
                      <a:pt x="376" y="169"/>
                      <a:pt x="375" y="169"/>
                      <a:pt x="375" y="169"/>
                    </a:cubicBezTo>
                    <a:lnTo>
                      <a:pt x="375" y="169"/>
                    </a:lnTo>
                    <a:cubicBezTo>
                      <a:pt x="338" y="176"/>
                      <a:pt x="298" y="180"/>
                      <a:pt x="259" y="180"/>
                    </a:cubicBezTo>
                    <a:cubicBezTo>
                      <a:pt x="231" y="180"/>
                      <a:pt x="203" y="178"/>
                      <a:pt x="176" y="175"/>
                    </a:cubicBezTo>
                    <a:cubicBezTo>
                      <a:pt x="164" y="173"/>
                      <a:pt x="153" y="172"/>
                      <a:pt x="141" y="172"/>
                    </a:cubicBezTo>
                    <a:cubicBezTo>
                      <a:pt x="83" y="172"/>
                      <a:pt x="30" y="201"/>
                      <a:pt x="14" y="266"/>
                    </a:cubicBezTo>
                    <a:cubicBezTo>
                      <a:pt x="1" y="331"/>
                      <a:pt x="46" y="396"/>
                      <a:pt x="111" y="409"/>
                    </a:cubicBezTo>
                    <a:cubicBezTo>
                      <a:pt x="158" y="418"/>
                      <a:pt x="206" y="422"/>
                      <a:pt x="253" y="422"/>
                    </a:cubicBezTo>
                    <a:cubicBezTo>
                      <a:pt x="459" y="422"/>
                      <a:pt x="658" y="343"/>
                      <a:pt x="806" y="195"/>
                    </a:cubicBezTo>
                    <a:cubicBezTo>
                      <a:pt x="845" y="143"/>
                      <a:pt x="838" y="65"/>
                      <a:pt x="786" y="26"/>
                    </a:cubicBezTo>
                    <a:cubicBezTo>
                      <a:pt x="763" y="9"/>
                      <a:pt x="737" y="0"/>
                      <a:pt x="71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" name="Google Shape;299;p27"/>
              <p:cNvSpPr/>
              <p:nvPr/>
            </p:nvSpPr>
            <p:spPr>
              <a:xfrm>
                <a:off x="5271052" y="2210736"/>
                <a:ext cx="101630" cy="50407"/>
              </a:xfrm>
              <a:custGeom>
                <a:rect b="b" l="l" r="r" t="t"/>
                <a:pathLst>
                  <a:path extrusionOk="0" h="432" w="871">
                    <a:moveTo>
                      <a:pt x="168" y="0"/>
                    </a:moveTo>
                    <a:cubicBezTo>
                      <a:pt x="76" y="0"/>
                      <a:pt x="0" y="123"/>
                      <a:pt x="85" y="208"/>
                    </a:cubicBezTo>
                    <a:cubicBezTo>
                      <a:pt x="229" y="352"/>
                      <a:pt x="423" y="431"/>
                      <a:pt x="624" y="431"/>
                    </a:cubicBezTo>
                    <a:cubicBezTo>
                      <a:pt x="676" y="431"/>
                      <a:pt x="728" y="426"/>
                      <a:pt x="780" y="416"/>
                    </a:cubicBezTo>
                    <a:cubicBezTo>
                      <a:pt x="838" y="396"/>
                      <a:pt x="871" y="331"/>
                      <a:pt x="858" y="273"/>
                    </a:cubicBezTo>
                    <a:cubicBezTo>
                      <a:pt x="835" y="217"/>
                      <a:pt x="785" y="185"/>
                      <a:pt x="734" y="185"/>
                    </a:cubicBezTo>
                    <a:cubicBezTo>
                      <a:pt x="725" y="185"/>
                      <a:pt x="717" y="186"/>
                      <a:pt x="708" y="188"/>
                    </a:cubicBezTo>
                    <a:lnTo>
                      <a:pt x="572" y="188"/>
                    </a:lnTo>
                    <a:lnTo>
                      <a:pt x="533" y="182"/>
                    </a:lnTo>
                    <a:cubicBezTo>
                      <a:pt x="507" y="175"/>
                      <a:pt x="481" y="175"/>
                      <a:pt x="461" y="162"/>
                    </a:cubicBezTo>
                    <a:cubicBezTo>
                      <a:pt x="450" y="162"/>
                      <a:pt x="440" y="158"/>
                      <a:pt x="432" y="156"/>
                    </a:cubicBezTo>
                    <a:lnTo>
                      <a:pt x="432" y="156"/>
                    </a:lnTo>
                    <a:cubicBezTo>
                      <a:pt x="427" y="153"/>
                      <a:pt x="419" y="149"/>
                      <a:pt x="416" y="149"/>
                    </a:cubicBezTo>
                    <a:cubicBezTo>
                      <a:pt x="390" y="136"/>
                      <a:pt x="370" y="123"/>
                      <a:pt x="344" y="110"/>
                    </a:cubicBezTo>
                    <a:lnTo>
                      <a:pt x="318" y="97"/>
                    </a:lnTo>
                    <a:lnTo>
                      <a:pt x="312" y="84"/>
                    </a:lnTo>
                    <a:cubicBezTo>
                      <a:pt x="293" y="71"/>
                      <a:pt x="273" y="52"/>
                      <a:pt x="254" y="39"/>
                    </a:cubicBezTo>
                    <a:cubicBezTo>
                      <a:pt x="226" y="12"/>
                      <a:pt x="197" y="0"/>
                      <a:pt x="1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" name="Google Shape;300;p27"/>
              <p:cNvSpPr/>
              <p:nvPr/>
            </p:nvSpPr>
            <p:spPr>
              <a:xfrm>
                <a:off x="5286338" y="2297782"/>
                <a:ext cx="45389" cy="38855"/>
              </a:xfrm>
              <a:custGeom>
                <a:rect b="b" l="l" r="r" t="t"/>
                <a:pathLst>
                  <a:path extrusionOk="0" h="333" w="389">
                    <a:moveTo>
                      <a:pt x="219" y="1"/>
                    </a:moveTo>
                    <a:cubicBezTo>
                      <a:pt x="74" y="1"/>
                      <a:pt x="1" y="178"/>
                      <a:pt x="103" y="280"/>
                    </a:cubicBezTo>
                    <a:cubicBezTo>
                      <a:pt x="137" y="316"/>
                      <a:pt x="180" y="332"/>
                      <a:pt x="221" y="332"/>
                    </a:cubicBezTo>
                    <a:cubicBezTo>
                      <a:pt x="307" y="332"/>
                      <a:pt x="389" y="266"/>
                      <a:pt x="389" y="170"/>
                    </a:cubicBezTo>
                    <a:cubicBezTo>
                      <a:pt x="389" y="79"/>
                      <a:pt x="317" y="1"/>
                      <a:pt x="226" y="1"/>
                    </a:cubicBezTo>
                    <a:cubicBezTo>
                      <a:pt x="224" y="1"/>
                      <a:pt x="221" y="1"/>
                      <a:pt x="21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" name="Google Shape;301;p27"/>
              <p:cNvSpPr/>
              <p:nvPr/>
            </p:nvSpPr>
            <p:spPr>
              <a:xfrm>
                <a:off x="5300223" y="2303149"/>
                <a:ext cx="11785" cy="8051"/>
              </a:xfrm>
              <a:custGeom>
                <a:rect b="b" l="l" r="r" t="t"/>
                <a:pathLst>
                  <a:path extrusionOk="0" h="69" w="101">
                    <a:moveTo>
                      <a:pt x="56" y="0"/>
                    </a:moveTo>
                    <a:cubicBezTo>
                      <a:pt x="1" y="0"/>
                      <a:pt x="57" y="69"/>
                      <a:pt x="86" y="69"/>
                    </a:cubicBezTo>
                    <a:cubicBezTo>
                      <a:pt x="95" y="69"/>
                      <a:pt x="101" y="62"/>
                      <a:pt x="101" y="46"/>
                    </a:cubicBezTo>
                    <a:cubicBezTo>
                      <a:pt x="101" y="20"/>
                      <a:pt x="81" y="0"/>
                      <a:pt x="5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" name="Google Shape;302;p27"/>
              <p:cNvSpPr/>
              <p:nvPr/>
            </p:nvSpPr>
            <p:spPr>
              <a:xfrm>
                <a:off x="5120415" y="2297782"/>
                <a:ext cx="45389" cy="38855"/>
              </a:xfrm>
              <a:custGeom>
                <a:rect b="b" l="l" r="r" t="t"/>
                <a:pathLst>
                  <a:path extrusionOk="0" h="333" w="389">
                    <a:moveTo>
                      <a:pt x="218" y="1"/>
                    </a:moveTo>
                    <a:cubicBezTo>
                      <a:pt x="74" y="1"/>
                      <a:pt x="1" y="178"/>
                      <a:pt x="103" y="280"/>
                    </a:cubicBezTo>
                    <a:cubicBezTo>
                      <a:pt x="137" y="316"/>
                      <a:pt x="179" y="332"/>
                      <a:pt x="221" y="332"/>
                    </a:cubicBezTo>
                    <a:cubicBezTo>
                      <a:pt x="307" y="332"/>
                      <a:pt x="389" y="266"/>
                      <a:pt x="389" y="170"/>
                    </a:cubicBezTo>
                    <a:cubicBezTo>
                      <a:pt x="389" y="72"/>
                      <a:pt x="317" y="1"/>
                      <a:pt x="226" y="1"/>
                    </a:cubicBezTo>
                    <a:cubicBezTo>
                      <a:pt x="224" y="1"/>
                      <a:pt x="221" y="1"/>
                      <a:pt x="21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3" name="Google Shape;303;p27"/>
              <p:cNvSpPr/>
              <p:nvPr/>
            </p:nvSpPr>
            <p:spPr>
              <a:xfrm>
                <a:off x="5134300" y="2303149"/>
                <a:ext cx="11785" cy="8051"/>
              </a:xfrm>
              <a:custGeom>
                <a:rect b="b" l="l" r="r" t="t"/>
                <a:pathLst>
                  <a:path extrusionOk="0" h="69" w="101">
                    <a:moveTo>
                      <a:pt x="55" y="0"/>
                    </a:moveTo>
                    <a:cubicBezTo>
                      <a:pt x="1" y="0"/>
                      <a:pt x="56" y="69"/>
                      <a:pt x="85" y="69"/>
                    </a:cubicBezTo>
                    <a:cubicBezTo>
                      <a:pt x="94" y="69"/>
                      <a:pt x="101" y="62"/>
                      <a:pt x="101" y="46"/>
                    </a:cubicBezTo>
                    <a:cubicBezTo>
                      <a:pt x="101" y="20"/>
                      <a:pt x="81" y="0"/>
                      <a:pt x="5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" name="Google Shape;304;p27"/>
              <p:cNvSpPr/>
              <p:nvPr/>
            </p:nvSpPr>
            <p:spPr>
              <a:xfrm>
                <a:off x="5190658" y="2430217"/>
                <a:ext cx="84945" cy="21470"/>
              </a:xfrm>
              <a:custGeom>
                <a:rect b="b" l="l" r="r" t="t"/>
                <a:pathLst>
                  <a:path extrusionOk="0" h="184" w="728">
                    <a:moveTo>
                      <a:pt x="383" y="0"/>
                    </a:moveTo>
                    <a:cubicBezTo>
                      <a:pt x="261" y="0"/>
                      <a:pt x="138" y="36"/>
                      <a:pt x="33" y="106"/>
                    </a:cubicBezTo>
                    <a:cubicBezTo>
                      <a:pt x="1" y="133"/>
                      <a:pt x="23" y="184"/>
                      <a:pt x="54" y="184"/>
                    </a:cubicBezTo>
                    <a:cubicBezTo>
                      <a:pt x="60" y="184"/>
                      <a:pt x="66" y="182"/>
                      <a:pt x="72" y="178"/>
                    </a:cubicBezTo>
                    <a:cubicBezTo>
                      <a:pt x="168" y="110"/>
                      <a:pt x="277" y="78"/>
                      <a:pt x="385" y="78"/>
                    </a:cubicBezTo>
                    <a:cubicBezTo>
                      <a:pt x="476" y="78"/>
                      <a:pt x="567" y="101"/>
                      <a:pt x="650" y="145"/>
                    </a:cubicBezTo>
                    <a:cubicBezTo>
                      <a:pt x="658" y="149"/>
                      <a:pt x="665" y="151"/>
                      <a:pt x="671" y="151"/>
                    </a:cubicBezTo>
                    <a:cubicBezTo>
                      <a:pt x="706" y="151"/>
                      <a:pt x="727" y="102"/>
                      <a:pt x="689" y="80"/>
                    </a:cubicBezTo>
                    <a:cubicBezTo>
                      <a:pt x="594" y="26"/>
                      <a:pt x="488" y="0"/>
                      <a:pt x="383" y="0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rgbClr val="FBA47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" name="Google Shape;305;p27"/>
              <p:cNvSpPr/>
              <p:nvPr/>
            </p:nvSpPr>
            <p:spPr>
              <a:xfrm>
                <a:off x="5523321" y="2299415"/>
                <a:ext cx="156238" cy="145620"/>
              </a:xfrm>
              <a:custGeom>
                <a:rect b="b" l="l" r="r" t="t"/>
                <a:pathLst>
                  <a:path extrusionOk="0" h="1248" w="1339">
                    <a:moveTo>
                      <a:pt x="807" y="1"/>
                    </a:moveTo>
                    <a:cubicBezTo>
                      <a:pt x="619" y="1"/>
                      <a:pt x="414" y="95"/>
                      <a:pt x="261" y="273"/>
                    </a:cubicBezTo>
                    <a:cubicBezTo>
                      <a:pt x="20" y="558"/>
                      <a:pt x="1" y="948"/>
                      <a:pt x="228" y="1143"/>
                    </a:cubicBezTo>
                    <a:cubicBezTo>
                      <a:pt x="314" y="1214"/>
                      <a:pt x="422" y="1248"/>
                      <a:pt x="535" y="1248"/>
                    </a:cubicBezTo>
                    <a:cubicBezTo>
                      <a:pt x="724" y="1248"/>
                      <a:pt x="929" y="1154"/>
                      <a:pt x="1079" y="980"/>
                    </a:cubicBezTo>
                    <a:cubicBezTo>
                      <a:pt x="1326" y="695"/>
                      <a:pt x="1339" y="305"/>
                      <a:pt x="1118" y="110"/>
                    </a:cubicBezTo>
                    <a:cubicBezTo>
                      <a:pt x="1032" y="36"/>
                      <a:pt x="923" y="1"/>
                      <a:pt x="807" y="1"/>
                    </a:cubicBezTo>
                    <a:close/>
                  </a:path>
                </a:pathLst>
              </a:custGeom>
              <a:solidFill>
                <a:srgbClr val="F8C3A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" name="Google Shape;306;p27"/>
              <p:cNvSpPr/>
              <p:nvPr/>
            </p:nvSpPr>
            <p:spPr>
              <a:xfrm>
                <a:off x="5317959" y="2771397"/>
                <a:ext cx="813977" cy="1483851"/>
              </a:xfrm>
              <a:custGeom>
                <a:rect b="b" l="l" r="r" t="t"/>
                <a:pathLst>
                  <a:path extrusionOk="0" h="12717" w="6976">
                    <a:moveTo>
                      <a:pt x="3274" y="1"/>
                    </a:moveTo>
                    <a:lnTo>
                      <a:pt x="2787" y="3969"/>
                    </a:lnTo>
                    <a:lnTo>
                      <a:pt x="4177" y="7385"/>
                    </a:lnTo>
                    <a:lnTo>
                      <a:pt x="4216" y="7469"/>
                    </a:lnTo>
                    <a:lnTo>
                      <a:pt x="4222" y="7495"/>
                    </a:lnTo>
                    <a:lnTo>
                      <a:pt x="4229" y="7515"/>
                    </a:lnTo>
                    <a:lnTo>
                      <a:pt x="4248" y="7560"/>
                    </a:lnTo>
                    <a:lnTo>
                      <a:pt x="1" y="12704"/>
                    </a:lnTo>
                    <a:cubicBezTo>
                      <a:pt x="157" y="12710"/>
                      <a:pt x="306" y="12717"/>
                      <a:pt x="462" y="12717"/>
                    </a:cubicBezTo>
                    <a:cubicBezTo>
                      <a:pt x="1579" y="12717"/>
                      <a:pt x="2690" y="12490"/>
                      <a:pt x="3722" y="12048"/>
                    </a:cubicBezTo>
                    <a:lnTo>
                      <a:pt x="3807" y="12009"/>
                    </a:lnTo>
                    <a:lnTo>
                      <a:pt x="3833" y="12003"/>
                    </a:lnTo>
                    <a:lnTo>
                      <a:pt x="4105" y="11691"/>
                    </a:lnTo>
                    <a:cubicBezTo>
                      <a:pt x="4430" y="11327"/>
                      <a:pt x="4742" y="10970"/>
                      <a:pt x="5021" y="10645"/>
                    </a:cubicBezTo>
                    <a:lnTo>
                      <a:pt x="5164" y="10483"/>
                    </a:lnTo>
                    <a:cubicBezTo>
                      <a:pt x="5606" y="9976"/>
                      <a:pt x="5937" y="9593"/>
                      <a:pt x="6047" y="9431"/>
                    </a:cubicBezTo>
                    <a:cubicBezTo>
                      <a:pt x="6703" y="8502"/>
                      <a:pt x="6976" y="7859"/>
                      <a:pt x="6547" y="6567"/>
                    </a:cubicBezTo>
                    <a:cubicBezTo>
                      <a:pt x="6236" y="5625"/>
                      <a:pt x="4612" y="339"/>
                      <a:pt x="327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" name="Google Shape;307;p27"/>
              <p:cNvSpPr/>
              <p:nvPr/>
            </p:nvSpPr>
            <p:spPr>
              <a:xfrm>
                <a:off x="5299056" y="3603111"/>
                <a:ext cx="562526" cy="642337"/>
              </a:xfrm>
              <a:custGeom>
                <a:rect b="b" l="l" r="r" t="t"/>
                <a:pathLst>
                  <a:path extrusionOk="0" h="5505" w="4821">
                    <a:moveTo>
                      <a:pt x="4799" y="1"/>
                    </a:moveTo>
                    <a:cubicBezTo>
                      <a:pt x="4795" y="1"/>
                      <a:pt x="4790" y="3"/>
                      <a:pt x="4787" y="10"/>
                    </a:cubicBezTo>
                    <a:lnTo>
                      <a:pt x="4443" y="406"/>
                    </a:lnTo>
                    <a:cubicBezTo>
                      <a:pt x="4436" y="406"/>
                      <a:pt x="4436" y="413"/>
                      <a:pt x="4436" y="413"/>
                    </a:cubicBezTo>
                    <a:cubicBezTo>
                      <a:pt x="4430" y="419"/>
                      <a:pt x="4423" y="432"/>
                      <a:pt x="4410" y="439"/>
                    </a:cubicBezTo>
                    <a:lnTo>
                      <a:pt x="3832" y="1101"/>
                    </a:lnTo>
                    <a:lnTo>
                      <a:pt x="2878" y="2199"/>
                    </a:lnTo>
                    <a:lnTo>
                      <a:pt x="1929" y="3290"/>
                    </a:lnTo>
                    <a:lnTo>
                      <a:pt x="968" y="4387"/>
                    </a:lnTo>
                    <a:lnTo>
                      <a:pt x="20" y="5485"/>
                    </a:lnTo>
                    <a:lnTo>
                      <a:pt x="1" y="5505"/>
                    </a:lnTo>
                    <a:lnTo>
                      <a:pt x="46" y="5505"/>
                    </a:lnTo>
                    <a:cubicBezTo>
                      <a:pt x="325" y="5186"/>
                      <a:pt x="605" y="4868"/>
                      <a:pt x="877" y="4550"/>
                    </a:cubicBezTo>
                    <a:lnTo>
                      <a:pt x="1832" y="3452"/>
                    </a:lnTo>
                    <a:cubicBezTo>
                      <a:pt x="2150" y="3089"/>
                      <a:pt x="2468" y="2725"/>
                      <a:pt x="2787" y="2361"/>
                    </a:cubicBezTo>
                    <a:lnTo>
                      <a:pt x="3741" y="1264"/>
                    </a:lnTo>
                    <a:lnTo>
                      <a:pt x="4449" y="452"/>
                    </a:lnTo>
                    <a:lnTo>
                      <a:pt x="4690" y="166"/>
                    </a:lnTo>
                    <a:lnTo>
                      <a:pt x="4806" y="36"/>
                    </a:lnTo>
                    <a:cubicBezTo>
                      <a:pt x="4821" y="22"/>
                      <a:pt x="4811" y="1"/>
                      <a:pt x="479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" name="Google Shape;308;p27"/>
              <p:cNvSpPr/>
              <p:nvPr/>
            </p:nvSpPr>
            <p:spPr>
              <a:xfrm>
                <a:off x="5634286" y="3208024"/>
                <a:ext cx="181908" cy="442927"/>
              </a:xfrm>
              <a:custGeom>
                <a:rect b="b" l="l" r="r" t="t"/>
                <a:pathLst>
                  <a:path extrusionOk="0" h="3796" w="1559">
                    <a:moveTo>
                      <a:pt x="24" y="1"/>
                    </a:moveTo>
                    <a:cubicBezTo>
                      <a:pt x="12" y="1"/>
                      <a:pt x="1" y="8"/>
                      <a:pt x="5" y="19"/>
                    </a:cubicBezTo>
                    <a:cubicBezTo>
                      <a:pt x="180" y="519"/>
                      <a:pt x="368" y="1013"/>
                      <a:pt x="563" y="1506"/>
                    </a:cubicBezTo>
                    <a:cubicBezTo>
                      <a:pt x="751" y="2000"/>
                      <a:pt x="953" y="2487"/>
                      <a:pt x="1161" y="2968"/>
                    </a:cubicBezTo>
                    <a:cubicBezTo>
                      <a:pt x="1278" y="3240"/>
                      <a:pt x="1394" y="3513"/>
                      <a:pt x="1518" y="3786"/>
                    </a:cubicBezTo>
                    <a:cubicBezTo>
                      <a:pt x="1520" y="3792"/>
                      <a:pt x="1526" y="3795"/>
                      <a:pt x="1532" y="3795"/>
                    </a:cubicBezTo>
                    <a:cubicBezTo>
                      <a:pt x="1544" y="3795"/>
                      <a:pt x="1559" y="3784"/>
                      <a:pt x="1550" y="3766"/>
                    </a:cubicBezTo>
                    <a:cubicBezTo>
                      <a:pt x="1336" y="3286"/>
                      <a:pt x="1128" y="2805"/>
                      <a:pt x="927" y="2318"/>
                    </a:cubicBezTo>
                    <a:cubicBezTo>
                      <a:pt x="725" y="1831"/>
                      <a:pt x="537" y="1337"/>
                      <a:pt x="349" y="844"/>
                    </a:cubicBezTo>
                    <a:cubicBezTo>
                      <a:pt x="245" y="571"/>
                      <a:pt x="141" y="292"/>
                      <a:pt x="44" y="13"/>
                    </a:cubicBezTo>
                    <a:cubicBezTo>
                      <a:pt x="41" y="4"/>
                      <a:pt x="32" y="1"/>
                      <a:pt x="2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9" name="Google Shape;309;p27"/>
              <p:cNvSpPr/>
              <p:nvPr/>
            </p:nvSpPr>
            <p:spPr>
              <a:xfrm>
                <a:off x="5755986" y="3997849"/>
                <a:ext cx="159622" cy="177124"/>
              </a:xfrm>
              <a:custGeom>
                <a:rect b="b" l="l" r="r" t="t"/>
                <a:pathLst>
                  <a:path extrusionOk="0" h="1518" w="1368">
                    <a:moveTo>
                      <a:pt x="1334" y="1"/>
                    </a:moveTo>
                    <a:cubicBezTo>
                      <a:pt x="1331" y="1"/>
                      <a:pt x="1328" y="2"/>
                      <a:pt x="1326" y="4"/>
                    </a:cubicBezTo>
                    <a:cubicBezTo>
                      <a:pt x="1293" y="43"/>
                      <a:pt x="1267" y="76"/>
                      <a:pt x="1235" y="115"/>
                    </a:cubicBezTo>
                    <a:lnTo>
                      <a:pt x="676" y="751"/>
                    </a:lnTo>
                    <a:lnTo>
                      <a:pt x="1" y="1518"/>
                    </a:lnTo>
                    <a:lnTo>
                      <a:pt x="53" y="1492"/>
                    </a:lnTo>
                    <a:cubicBezTo>
                      <a:pt x="66" y="1485"/>
                      <a:pt x="72" y="1485"/>
                      <a:pt x="79" y="1479"/>
                    </a:cubicBezTo>
                    <a:lnTo>
                      <a:pt x="85" y="1479"/>
                    </a:lnTo>
                    <a:lnTo>
                      <a:pt x="345" y="1193"/>
                    </a:lnTo>
                    <a:cubicBezTo>
                      <a:pt x="436" y="1082"/>
                      <a:pt x="527" y="978"/>
                      <a:pt x="624" y="875"/>
                    </a:cubicBezTo>
                    <a:lnTo>
                      <a:pt x="1274" y="128"/>
                    </a:lnTo>
                    <a:lnTo>
                      <a:pt x="1352" y="37"/>
                    </a:lnTo>
                    <a:cubicBezTo>
                      <a:pt x="1367" y="21"/>
                      <a:pt x="1349" y="1"/>
                      <a:pt x="1334" y="1"/>
                    </a:cubicBezTo>
                    <a:close/>
                  </a:path>
                </a:pathLst>
              </a:custGeom>
              <a:solidFill>
                <a:srgbClr val="996EC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10" name="Google Shape;310;p27"/>
            <p:cNvSpPr/>
            <p:nvPr/>
          </p:nvSpPr>
          <p:spPr>
            <a:xfrm>
              <a:off x="6031444" y="3120045"/>
              <a:ext cx="630552" cy="630552"/>
            </a:xfrm>
            <a:custGeom>
              <a:rect b="b" l="l" r="r" t="t"/>
              <a:pathLst>
                <a:path extrusionOk="0" h="5404" w="5404">
                  <a:moveTo>
                    <a:pt x="2741" y="0"/>
                  </a:moveTo>
                  <a:lnTo>
                    <a:pt x="1838" y="870"/>
                  </a:lnTo>
                  <a:cubicBezTo>
                    <a:pt x="1812" y="721"/>
                    <a:pt x="1741" y="591"/>
                    <a:pt x="1637" y="481"/>
                  </a:cubicBezTo>
                  <a:cubicBezTo>
                    <a:pt x="1482" y="320"/>
                    <a:pt x="1280" y="243"/>
                    <a:pt x="1079" y="243"/>
                  </a:cubicBezTo>
                  <a:cubicBezTo>
                    <a:pt x="809" y="243"/>
                    <a:pt x="542" y="382"/>
                    <a:pt x="397" y="643"/>
                  </a:cubicBezTo>
                  <a:cubicBezTo>
                    <a:pt x="137" y="1098"/>
                    <a:pt x="390" y="1669"/>
                    <a:pt x="897" y="1786"/>
                  </a:cubicBezTo>
                  <a:lnTo>
                    <a:pt x="0" y="2663"/>
                  </a:lnTo>
                  <a:lnTo>
                    <a:pt x="871" y="3559"/>
                  </a:lnTo>
                  <a:cubicBezTo>
                    <a:pt x="728" y="3585"/>
                    <a:pt x="591" y="3657"/>
                    <a:pt x="481" y="3767"/>
                  </a:cubicBezTo>
                  <a:cubicBezTo>
                    <a:pt x="104" y="4131"/>
                    <a:pt x="182" y="4748"/>
                    <a:pt x="643" y="5007"/>
                  </a:cubicBezTo>
                  <a:cubicBezTo>
                    <a:pt x="766" y="5077"/>
                    <a:pt x="896" y="5110"/>
                    <a:pt x="1024" y="5110"/>
                  </a:cubicBezTo>
                  <a:cubicBezTo>
                    <a:pt x="1373" y="5110"/>
                    <a:pt x="1701" y="4871"/>
                    <a:pt x="1786" y="4501"/>
                  </a:cubicBezTo>
                  <a:lnTo>
                    <a:pt x="2663" y="5404"/>
                  </a:lnTo>
                  <a:lnTo>
                    <a:pt x="3566" y="4520"/>
                  </a:lnTo>
                  <a:cubicBezTo>
                    <a:pt x="3053" y="4416"/>
                    <a:pt x="2780" y="3838"/>
                    <a:pt x="3033" y="3377"/>
                  </a:cubicBezTo>
                  <a:cubicBezTo>
                    <a:pt x="3179" y="3112"/>
                    <a:pt x="3449" y="2972"/>
                    <a:pt x="3723" y="2972"/>
                  </a:cubicBezTo>
                  <a:cubicBezTo>
                    <a:pt x="3925" y="2972"/>
                    <a:pt x="4129" y="3048"/>
                    <a:pt x="4287" y="3208"/>
                  </a:cubicBezTo>
                  <a:cubicBezTo>
                    <a:pt x="4391" y="3319"/>
                    <a:pt x="4469" y="3462"/>
                    <a:pt x="4495" y="3618"/>
                  </a:cubicBezTo>
                  <a:lnTo>
                    <a:pt x="5404" y="2741"/>
                  </a:lnTo>
                  <a:lnTo>
                    <a:pt x="4521" y="1832"/>
                  </a:lnTo>
                  <a:cubicBezTo>
                    <a:pt x="4488" y="1988"/>
                    <a:pt x="4410" y="2130"/>
                    <a:pt x="4300" y="2234"/>
                  </a:cubicBezTo>
                  <a:cubicBezTo>
                    <a:pt x="4144" y="2390"/>
                    <a:pt x="3941" y="2468"/>
                    <a:pt x="3739" y="2468"/>
                  </a:cubicBezTo>
                  <a:cubicBezTo>
                    <a:pt x="3537" y="2468"/>
                    <a:pt x="3335" y="2390"/>
                    <a:pt x="3183" y="2234"/>
                  </a:cubicBezTo>
                  <a:cubicBezTo>
                    <a:pt x="2877" y="1916"/>
                    <a:pt x="2890" y="1416"/>
                    <a:pt x="3209" y="1117"/>
                  </a:cubicBezTo>
                  <a:cubicBezTo>
                    <a:pt x="3319" y="1007"/>
                    <a:pt x="3468" y="929"/>
                    <a:pt x="3624" y="903"/>
                  </a:cubicBezTo>
                  <a:lnTo>
                    <a:pt x="27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27"/>
            <p:cNvSpPr/>
            <p:nvPr/>
          </p:nvSpPr>
          <p:spPr>
            <a:xfrm>
              <a:off x="7953212" y="2460787"/>
              <a:ext cx="512703" cy="498234"/>
            </a:xfrm>
            <a:custGeom>
              <a:rect b="b" l="l" r="r" t="t"/>
              <a:pathLst>
                <a:path extrusionOk="0" h="4270" w="4394">
                  <a:moveTo>
                    <a:pt x="1065" y="0"/>
                  </a:moveTo>
                  <a:lnTo>
                    <a:pt x="715" y="929"/>
                  </a:lnTo>
                  <a:cubicBezTo>
                    <a:pt x="764" y="917"/>
                    <a:pt x="813" y="911"/>
                    <a:pt x="862" y="911"/>
                  </a:cubicBezTo>
                  <a:cubicBezTo>
                    <a:pt x="1205" y="911"/>
                    <a:pt x="1497" y="1201"/>
                    <a:pt x="1474" y="1565"/>
                  </a:cubicBezTo>
                  <a:cubicBezTo>
                    <a:pt x="1453" y="1904"/>
                    <a:pt x="1174" y="2143"/>
                    <a:pt x="860" y="2143"/>
                  </a:cubicBezTo>
                  <a:cubicBezTo>
                    <a:pt x="789" y="2143"/>
                    <a:pt x="716" y="2131"/>
                    <a:pt x="643" y="2104"/>
                  </a:cubicBezTo>
                  <a:cubicBezTo>
                    <a:pt x="526" y="2059"/>
                    <a:pt x="422" y="1981"/>
                    <a:pt x="351" y="1883"/>
                  </a:cubicBezTo>
                  <a:lnTo>
                    <a:pt x="0" y="2812"/>
                  </a:lnTo>
                  <a:lnTo>
                    <a:pt x="929" y="3163"/>
                  </a:lnTo>
                  <a:cubicBezTo>
                    <a:pt x="533" y="3449"/>
                    <a:pt x="617" y="4059"/>
                    <a:pt x="1078" y="4228"/>
                  </a:cubicBezTo>
                  <a:cubicBezTo>
                    <a:pt x="1153" y="4257"/>
                    <a:pt x="1227" y="4270"/>
                    <a:pt x="1300" y="4270"/>
                  </a:cubicBezTo>
                  <a:cubicBezTo>
                    <a:pt x="1670" y="4270"/>
                    <a:pt x="1984" y="3923"/>
                    <a:pt x="1897" y="3527"/>
                  </a:cubicBezTo>
                  <a:lnTo>
                    <a:pt x="1897" y="3527"/>
                  </a:lnTo>
                  <a:lnTo>
                    <a:pt x="2819" y="3871"/>
                  </a:lnTo>
                  <a:lnTo>
                    <a:pt x="3170" y="2949"/>
                  </a:lnTo>
                  <a:cubicBezTo>
                    <a:pt x="3293" y="3120"/>
                    <a:pt x="3477" y="3201"/>
                    <a:pt x="3660" y="3201"/>
                  </a:cubicBezTo>
                  <a:cubicBezTo>
                    <a:pt x="3901" y="3201"/>
                    <a:pt x="4139" y="3061"/>
                    <a:pt x="4235" y="2799"/>
                  </a:cubicBezTo>
                  <a:cubicBezTo>
                    <a:pt x="4393" y="2388"/>
                    <a:pt x="4079" y="1966"/>
                    <a:pt x="3667" y="1966"/>
                  </a:cubicBezTo>
                  <a:cubicBezTo>
                    <a:pt x="3623" y="1966"/>
                    <a:pt x="3579" y="1971"/>
                    <a:pt x="3533" y="1981"/>
                  </a:cubicBezTo>
                  <a:lnTo>
                    <a:pt x="3877" y="1059"/>
                  </a:lnTo>
                  <a:lnTo>
                    <a:pt x="2949" y="708"/>
                  </a:lnTo>
                  <a:lnTo>
                    <a:pt x="2949" y="708"/>
                  </a:lnTo>
                  <a:cubicBezTo>
                    <a:pt x="2975" y="831"/>
                    <a:pt x="2968" y="955"/>
                    <a:pt x="2923" y="1072"/>
                  </a:cubicBezTo>
                  <a:cubicBezTo>
                    <a:pt x="2830" y="1325"/>
                    <a:pt x="2595" y="1468"/>
                    <a:pt x="2352" y="1468"/>
                  </a:cubicBezTo>
                  <a:cubicBezTo>
                    <a:pt x="2221" y="1468"/>
                    <a:pt x="2088" y="1427"/>
                    <a:pt x="1975" y="1338"/>
                  </a:cubicBezTo>
                  <a:cubicBezTo>
                    <a:pt x="1643" y="1085"/>
                    <a:pt x="1656" y="591"/>
                    <a:pt x="2001" y="351"/>
                  </a:cubicBezTo>
                  <a:lnTo>
                    <a:pt x="106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27"/>
            <p:cNvSpPr/>
            <p:nvPr/>
          </p:nvSpPr>
          <p:spPr>
            <a:xfrm rot="4137878">
              <a:off x="7848160" y="1285333"/>
              <a:ext cx="722806" cy="697725"/>
            </a:xfrm>
            <a:custGeom>
              <a:rect b="b" l="l" r="r" t="t"/>
              <a:pathLst>
                <a:path extrusionOk="0" h="3088" w="3199">
                  <a:moveTo>
                    <a:pt x="1039" y="1"/>
                  </a:moveTo>
                  <a:cubicBezTo>
                    <a:pt x="965" y="1"/>
                    <a:pt x="888" y="20"/>
                    <a:pt x="815" y="61"/>
                  </a:cubicBezTo>
                  <a:cubicBezTo>
                    <a:pt x="510" y="237"/>
                    <a:pt x="523" y="685"/>
                    <a:pt x="835" y="847"/>
                  </a:cubicBezTo>
                  <a:lnTo>
                    <a:pt x="218" y="1204"/>
                  </a:lnTo>
                  <a:lnTo>
                    <a:pt x="582" y="1821"/>
                  </a:lnTo>
                  <a:cubicBezTo>
                    <a:pt x="576" y="1821"/>
                    <a:pt x="570" y="1821"/>
                    <a:pt x="564" y="1821"/>
                  </a:cubicBezTo>
                  <a:cubicBezTo>
                    <a:pt x="223" y="1821"/>
                    <a:pt x="0" y="2190"/>
                    <a:pt x="179" y="2490"/>
                  </a:cubicBezTo>
                  <a:cubicBezTo>
                    <a:pt x="264" y="2639"/>
                    <a:pt x="413" y="2712"/>
                    <a:pt x="561" y="2712"/>
                  </a:cubicBezTo>
                  <a:cubicBezTo>
                    <a:pt x="718" y="2712"/>
                    <a:pt x="875" y="2631"/>
                    <a:pt x="958" y="2471"/>
                  </a:cubicBezTo>
                  <a:lnTo>
                    <a:pt x="1322" y="3088"/>
                  </a:lnTo>
                  <a:lnTo>
                    <a:pt x="1945" y="2724"/>
                  </a:lnTo>
                  <a:cubicBezTo>
                    <a:pt x="1861" y="2685"/>
                    <a:pt x="1796" y="2627"/>
                    <a:pt x="1751" y="2549"/>
                  </a:cubicBezTo>
                  <a:cubicBezTo>
                    <a:pt x="1595" y="2289"/>
                    <a:pt x="1738" y="1958"/>
                    <a:pt x="2030" y="1886"/>
                  </a:cubicBezTo>
                  <a:cubicBezTo>
                    <a:pt x="2063" y="1879"/>
                    <a:pt x="2096" y="1875"/>
                    <a:pt x="2129" y="1875"/>
                  </a:cubicBezTo>
                  <a:cubicBezTo>
                    <a:pt x="2382" y="1875"/>
                    <a:pt x="2598" y="2089"/>
                    <a:pt x="2575" y="2354"/>
                  </a:cubicBezTo>
                  <a:lnTo>
                    <a:pt x="3199" y="1990"/>
                  </a:lnTo>
                  <a:lnTo>
                    <a:pt x="2835" y="1367"/>
                  </a:lnTo>
                  <a:cubicBezTo>
                    <a:pt x="2796" y="1451"/>
                    <a:pt x="2738" y="1516"/>
                    <a:pt x="2660" y="1562"/>
                  </a:cubicBezTo>
                  <a:cubicBezTo>
                    <a:pt x="2579" y="1609"/>
                    <a:pt x="2499" y="1630"/>
                    <a:pt x="2425" y="1630"/>
                  </a:cubicBezTo>
                  <a:cubicBezTo>
                    <a:pt x="2029" y="1630"/>
                    <a:pt x="1780" y="1046"/>
                    <a:pt x="2212" y="789"/>
                  </a:cubicBezTo>
                  <a:cubicBezTo>
                    <a:pt x="2280" y="749"/>
                    <a:pt x="2358" y="729"/>
                    <a:pt x="2437" y="729"/>
                  </a:cubicBezTo>
                  <a:cubicBezTo>
                    <a:pt x="2449" y="729"/>
                    <a:pt x="2460" y="730"/>
                    <a:pt x="2472" y="730"/>
                  </a:cubicBezTo>
                  <a:lnTo>
                    <a:pt x="2108" y="107"/>
                  </a:lnTo>
                  <a:lnTo>
                    <a:pt x="1484" y="464"/>
                  </a:lnTo>
                  <a:cubicBezTo>
                    <a:pt x="1499" y="197"/>
                    <a:pt x="1280" y="1"/>
                    <a:pt x="10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8"/>
          <p:cNvSpPr txBox="1"/>
          <p:nvPr>
            <p:ph type="title"/>
          </p:nvPr>
        </p:nvSpPr>
        <p:spPr>
          <a:xfrm>
            <a:off x="457200" y="410400"/>
            <a:ext cx="8229600" cy="39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bg"/>
              <a:t>Съществуващи решения</a:t>
            </a:r>
            <a:endParaRPr/>
          </a:p>
        </p:txBody>
      </p:sp>
      <p:grpSp>
        <p:nvGrpSpPr>
          <p:cNvPr id="318" name="Google Shape;318;p28"/>
          <p:cNvGrpSpPr/>
          <p:nvPr/>
        </p:nvGrpSpPr>
        <p:grpSpPr>
          <a:xfrm>
            <a:off x="3435553" y="1772966"/>
            <a:ext cx="2272677" cy="798777"/>
            <a:chOff x="5331649" y="2690475"/>
            <a:chExt cx="1312624" cy="798777"/>
          </a:xfrm>
        </p:grpSpPr>
        <p:sp>
          <p:nvSpPr>
            <p:cNvPr id="319" name="Google Shape;319;p28"/>
            <p:cNvSpPr txBox="1"/>
            <p:nvPr/>
          </p:nvSpPr>
          <p:spPr>
            <a:xfrm>
              <a:off x="5331773" y="2690475"/>
              <a:ext cx="1312500" cy="26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bg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IoT Smart Home системи</a:t>
              </a:r>
              <a:endParaRPr b="1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20" name="Google Shape;320;p28"/>
            <p:cNvSpPr txBox="1"/>
            <p:nvPr/>
          </p:nvSpPr>
          <p:spPr>
            <a:xfrm>
              <a:off x="5331649" y="3022452"/>
              <a:ext cx="1312500" cy="46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bg" sz="1200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Сензори за движение, врати, сън. Изпращат сигнали при опасност</a:t>
              </a:r>
              <a:endParaRPr sz="1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21" name="Google Shape;321;p28"/>
          <p:cNvGrpSpPr/>
          <p:nvPr/>
        </p:nvGrpSpPr>
        <p:grpSpPr>
          <a:xfrm>
            <a:off x="457244" y="1825727"/>
            <a:ext cx="2272473" cy="827042"/>
            <a:chOff x="4352825" y="3728235"/>
            <a:chExt cx="1312506" cy="827042"/>
          </a:xfrm>
        </p:grpSpPr>
        <p:sp>
          <p:nvSpPr>
            <p:cNvPr id="322" name="Google Shape;322;p28"/>
            <p:cNvSpPr txBox="1"/>
            <p:nvPr/>
          </p:nvSpPr>
          <p:spPr>
            <a:xfrm>
              <a:off x="4352825" y="3728235"/>
              <a:ext cx="1312500" cy="26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bg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CrossSense smart glasses</a:t>
              </a:r>
              <a:endParaRPr b="1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23" name="Google Shape;323;p28"/>
            <p:cNvSpPr txBox="1"/>
            <p:nvPr/>
          </p:nvSpPr>
          <p:spPr>
            <a:xfrm>
              <a:off x="4352831" y="4088477"/>
              <a:ext cx="1312500" cy="46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bg" sz="1200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Смарт очила с AI асистент. Могат да водят разговор и да помагат с паметта</a:t>
              </a:r>
              <a:endParaRPr sz="1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24" name="Google Shape;324;p28"/>
          <p:cNvGrpSpPr/>
          <p:nvPr/>
        </p:nvGrpSpPr>
        <p:grpSpPr>
          <a:xfrm>
            <a:off x="6074574" y="1794666"/>
            <a:ext cx="2272473" cy="899486"/>
            <a:chOff x="4352825" y="3842075"/>
            <a:chExt cx="1312506" cy="899486"/>
          </a:xfrm>
        </p:grpSpPr>
        <p:sp>
          <p:nvSpPr>
            <p:cNvPr id="325" name="Google Shape;325;p28"/>
            <p:cNvSpPr txBox="1"/>
            <p:nvPr/>
          </p:nvSpPr>
          <p:spPr>
            <a:xfrm>
              <a:off x="4352825" y="3842075"/>
              <a:ext cx="1312500" cy="26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bg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Wearable устройства</a:t>
              </a:r>
              <a:endParaRPr b="1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26" name="Google Shape;326;p28"/>
            <p:cNvSpPr txBox="1"/>
            <p:nvPr/>
          </p:nvSpPr>
          <p:spPr>
            <a:xfrm>
              <a:off x="4352831" y="4274761"/>
              <a:ext cx="1312500" cy="46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100"/>
                <a:buFont typeface="Arial"/>
                <a:buNone/>
              </a:pPr>
              <a:r>
                <a:rPr lang="bg" sz="1200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Следят здравни показатели и активност</a:t>
              </a:r>
              <a:endParaRPr sz="1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100"/>
                <a:buFont typeface="Arial"/>
                <a:buNone/>
              </a:pPr>
              <a:r>
                <a:rPr lang="bg" sz="1200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AI анализира поведение и отклонения</a:t>
              </a:r>
              <a:endParaRPr sz="1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1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327" name="Google Shape;327;p28"/>
          <p:cNvSpPr/>
          <p:nvPr/>
        </p:nvSpPr>
        <p:spPr>
          <a:xfrm>
            <a:off x="1311481" y="1188278"/>
            <a:ext cx="564000" cy="564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bg" sz="180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01</a:t>
            </a:r>
            <a:endParaRPr b="1" sz="1800">
              <a:solidFill>
                <a:schemeClr val="accen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328" name="Google Shape;328;p28"/>
          <p:cNvSpPr/>
          <p:nvPr/>
        </p:nvSpPr>
        <p:spPr>
          <a:xfrm>
            <a:off x="4344056" y="1208983"/>
            <a:ext cx="564000" cy="564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bg" sz="180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02</a:t>
            </a:r>
            <a:endParaRPr b="1" sz="1800">
              <a:solidFill>
                <a:schemeClr val="accen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329" name="Google Shape;329;p28"/>
          <p:cNvSpPr/>
          <p:nvPr/>
        </p:nvSpPr>
        <p:spPr>
          <a:xfrm>
            <a:off x="6877256" y="1208971"/>
            <a:ext cx="564000" cy="564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bg" sz="1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03</a:t>
            </a:r>
            <a:endParaRPr b="1" sz="18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330" name="Google Shape;330;p28"/>
          <p:cNvSpPr/>
          <p:nvPr/>
        </p:nvSpPr>
        <p:spPr>
          <a:xfrm>
            <a:off x="1311474" y="3272264"/>
            <a:ext cx="564000" cy="564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bg" sz="180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04</a:t>
            </a:r>
            <a:endParaRPr b="1" sz="1800">
              <a:solidFill>
                <a:schemeClr val="accen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331" name="Google Shape;331;p28"/>
          <p:cNvSpPr txBox="1"/>
          <p:nvPr/>
        </p:nvSpPr>
        <p:spPr>
          <a:xfrm>
            <a:off x="568276" y="4315038"/>
            <a:ext cx="22725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bg" sz="1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AngelSense е GPS устройство за проследяване на хора с деменция, което осигурява безопасност чрез геолокация и SOS сигнали. </a:t>
            </a:r>
            <a:endParaRPr sz="12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2" name="Google Shape;332;p28"/>
          <p:cNvSpPr txBox="1"/>
          <p:nvPr/>
        </p:nvSpPr>
        <p:spPr>
          <a:xfrm>
            <a:off x="457232" y="3836636"/>
            <a:ext cx="22725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bg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AngelSense</a:t>
            </a:r>
            <a:endParaRPr b="1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9"/>
          <p:cNvSpPr/>
          <p:nvPr/>
        </p:nvSpPr>
        <p:spPr>
          <a:xfrm>
            <a:off x="298575" y="4543350"/>
            <a:ext cx="3033300" cy="2547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29"/>
          <p:cNvSpPr/>
          <p:nvPr/>
        </p:nvSpPr>
        <p:spPr>
          <a:xfrm>
            <a:off x="407050" y="943876"/>
            <a:ext cx="1796158" cy="3776046"/>
          </a:xfrm>
          <a:custGeom>
            <a:rect b="b" l="l" r="r" t="t"/>
            <a:pathLst>
              <a:path extrusionOk="0" h="29369" w="13970">
                <a:moveTo>
                  <a:pt x="9565" y="1"/>
                </a:moveTo>
                <a:cubicBezTo>
                  <a:pt x="9521" y="1"/>
                  <a:pt x="9476" y="2"/>
                  <a:pt x="9430" y="3"/>
                </a:cubicBezTo>
                <a:cubicBezTo>
                  <a:pt x="5196" y="179"/>
                  <a:pt x="0" y="9083"/>
                  <a:pt x="338" y="17350"/>
                </a:cubicBezTo>
                <a:cubicBezTo>
                  <a:pt x="500" y="21247"/>
                  <a:pt x="1410" y="26598"/>
                  <a:pt x="5235" y="28592"/>
                </a:cubicBezTo>
                <a:cubicBezTo>
                  <a:pt x="6169" y="29081"/>
                  <a:pt x="7275" y="29368"/>
                  <a:pt x="8358" y="29368"/>
                </a:cubicBezTo>
                <a:cubicBezTo>
                  <a:pt x="9737" y="29368"/>
                  <a:pt x="11080" y="28902"/>
                  <a:pt x="11989" y="27793"/>
                </a:cubicBezTo>
                <a:cubicBezTo>
                  <a:pt x="12691" y="26942"/>
                  <a:pt x="13093" y="25877"/>
                  <a:pt x="13314" y="24793"/>
                </a:cubicBezTo>
                <a:cubicBezTo>
                  <a:pt x="13970" y="21623"/>
                  <a:pt x="13210" y="18402"/>
                  <a:pt x="13145" y="15213"/>
                </a:cubicBezTo>
                <a:cubicBezTo>
                  <a:pt x="13132" y="14583"/>
                  <a:pt x="13145" y="13953"/>
                  <a:pt x="13171" y="13330"/>
                </a:cubicBezTo>
                <a:cubicBezTo>
                  <a:pt x="13269" y="10830"/>
                  <a:pt x="13561" y="8342"/>
                  <a:pt x="13320" y="5829"/>
                </a:cubicBezTo>
                <a:cubicBezTo>
                  <a:pt x="13103" y="3636"/>
                  <a:pt x="12395" y="1"/>
                  <a:pt x="9565" y="1"/>
                </a:cubicBezTo>
                <a:close/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29"/>
          <p:cNvSpPr txBox="1"/>
          <p:nvPr>
            <p:ph type="title"/>
          </p:nvPr>
        </p:nvSpPr>
        <p:spPr>
          <a:xfrm>
            <a:off x="457200" y="410400"/>
            <a:ext cx="8229600" cy="39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bg"/>
              <a:t>Нашият проект/Какъв проблем решава?</a:t>
            </a:r>
            <a:endParaRPr/>
          </a:p>
        </p:txBody>
      </p:sp>
      <p:sp>
        <p:nvSpPr>
          <p:cNvPr id="340" name="Google Shape;340;p29"/>
          <p:cNvSpPr/>
          <p:nvPr/>
        </p:nvSpPr>
        <p:spPr>
          <a:xfrm flipH="1">
            <a:off x="1191848" y="4583174"/>
            <a:ext cx="398574" cy="136750"/>
          </a:xfrm>
          <a:custGeom>
            <a:rect b="b" l="l" r="r" t="t"/>
            <a:pathLst>
              <a:path extrusionOk="0" h="1043" w="3040">
                <a:moveTo>
                  <a:pt x="2897" y="0"/>
                </a:moveTo>
                <a:lnTo>
                  <a:pt x="1858" y="26"/>
                </a:lnTo>
                <a:cubicBezTo>
                  <a:pt x="1163" y="533"/>
                  <a:pt x="0" y="370"/>
                  <a:pt x="13" y="1000"/>
                </a:cubicBezTo>
                <a:cubicBezTo>
                  <a:pt x="291" y="1030"/>
                  <a:pt x="543" y="1042"/>
                  <a:pt x="770" y="1042"/>
                </a:cubicBezTo>
                <a:cubicBezTo>
                  <a:pt x="1787" y="1042"/>
                  <a:pt x="2299" y="799"/>
                  <a:pt x="2299" y="799"/>
                </a:cubicBezTo>
                <a:lnTo>
                  <a:pt x="2299" y="1000"/>
                </a:lnTo>
                <a:lnTo>
                  <a:pt x="2832" y="929"/>
                </a:lnTo>
                <a:cubicBezTo>
                  <a:pt x="2832" y="929"/>
                  <a:pt x="3040" y="416"/>
                  <a:pt x="289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29"/>
          <p:cNvSpPr/>
          <p:nvPr/>
        </p:nvSpPr>
        <p:spPr>
          <a:xfrm flipH="1">
            <a:off x="651926" y="4573734"/>
            <a:ext cx="397788" cy="136750"/>
          </a:xfrm>
          <a:custGeom>
            <a:rect b="b" l="l" r="r" t="t"/>
            <a:pathLst>
              <a:path extrusionOk="0" h="1043" w="3034">
                <a:moveTo>
                  <a:pt x="2890" y="1"/>
                </a:moveTo>
                <a:lnTo>
                  <a:pt x="1851" y="27"/>
                </a:lnTo>
                <a:cubicBezTo>
                  <a:pt x="1163" y="533"/>
                  <a:pt x="0" y="371"/>
                  <a:pt x="7" y="1001"/>
                </a:cubicBezTo>
                <a:cubicBezTo>
                  <a:pt x="285" y="1031"/>
                  <a:pt x="539" y="1043"/>
                  <a:pt x="766" y="1043"/>
                </a:cubicBezTo>
                <a:cubicBezTo>
                  <a:pt x="1787" y="1043"/>
                  <a:pt x="2299" y="800"/>
                  <a:pt x="2299" y="800"/>
                </a:cubicBezTo>
                <a:lnTo>
                  <a:pt x="2299" y="1001"/>
                </a:lnTo>
                <a:lnTo>
                  <a:pt x="2832" y="929"/>
                </a:lnTo>
                <a:cubicBezTo>
                  <a:pt x="2832" y="929"/>
                  <a:pt x="3033" y="416"/>
                  <a:pt x="289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29"/>
          <p:cNvSpPr/>
          <p:nvPr/>
        </p:nvSpPr>
        <p:spPr>
          <a:xfrm flipH="1">
            <a:off x="1280365" y="4384670"/>
            <a:ext cx="1150490" cy="42743"/>
          </a:xfrm>
          <a:custGeom>
            <a:rect b="b" l="l" r="r" t="t"/>
            <a:pathLst>
              <a:path extrusionOk="0" h="326" w="8775">
                <a:moveTo>
                  <a:pt x="215" y="1"/>
                </a:moveTo>
                <a:cubicBezTo>
                  <a:pt x="0" y="1"/>
                  <a:pt x="0" y="326"/>
                  <a:pt x="215" y="326"/>
                </a:cubicBezTo>
                <a:lnTo>
                  <a:pt x="8560" y="326"/>
                </a:lnTo>
                <a:cubicBezTo>
                  <a:pt x="8774" y="326"/>
                  <a:pt x="8774" y="1"/>
                  <a:pt x="8560" y="1"/>
                </a:cubicBezTo>
                <a:close/>
              </a:path>
            </a:pathLst>
          </a:custGeom>
          <a:solidFill>
            <a:srgbClr val="AD8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43" name="Google Shape;343;p29"/>
          <p:cNvGrpSpPr/>
          <p:nvPr/>
        </p:nvGrpSpPr>
        <p:grpSpPr>
          <a:xfrm>
            <a:off x="669897" y="1163100"/>
            <a:ext cx="2290653" cy="3568360"/>
            <a:chOff x="1169022" y="1163100"/>
            <a:chExt cx="2290653" cy="3568360"/>
          </a:xfrm>
        </p:grpSpPr>
        <p:sp>
          <p:nvSpPr>
            <p:cNvPr id="344" name="Google Shape;344;p29"/>
            <p:cNvSpPr/>
            <p:nvPr/>
          </p:nvSpPr>
          <p:spPr>
            <a:xfrm flipH="1">
              <a:off x="1169022" y="2837540"/>
              <a:ext cx="786004" cy="1769232"/>
            </a:xfrm>
            <a:custGeom>
              <a:rect b="b" l="l" r="r" t="t"/>
              <a:pathLst>
                <a:path extrusionOk="0" h="13494" w="5995">
                  <a:moveTo>
                    <a:pt x="5092" y="1"/>
                  </a:moveTo>
                  <a:lnTo>
                    <a:pt x="2728" y="33"/>
                  </a:lnTo>
                  <a:lnTo>
                    <a:pt x="585" y="72"/>
                  </a:lnTo>
                  <a:cubicBezTo>
                    <a:pt x="585" y="72"/>
                    <a:pt x="1" y="4936"/>
                    <a:pt x="832" y="13340"/>
                  </a:cubicBezTo>
                  <a:cubicBezTo>
                    <a:pt x="996" y="13443"/>
                    <a:pt x="1162" y="13493"/>
                    <a:pt x="1328" y="13493"/>
                  </a:cubicBezTo>
                  <a:cubicBezTo>
                    <a:pt x="1510" y="13493"/>
                    <a:pt x="1691" y="13433"/>
                    <a:pt x="1871" y="13314"/>
                  </a:cubicBezTo>
                  <a:cubicBezTo>
                    <a:pt x="1871" y="13314"/>
                    <a:pt x="2163" y="7229"/>
                    <a:pt x="2657" y="2222"/>
                  </a:cubicBezTo>
                  <a:cubicBezTo>
                    <a:pt x="2748" y="2222"/>
                    <a:pt x="3904" y="8404"/>
                    <a:pt x="4949" y="13269"/>
                  </a:cubicBezTo>
                  <a:cubicBezTo>
                    <a:pt x="5112" y="13370"/>
                    <a:pt x="5277" y="13419"/>
                    <a:pt x="5442" y="13419"/>
                  </a:cubicBezTo>
                  <a:cubicBezTo>
                    <a:pt x="5626" y="13419"/>
                    <a:pt x="5810" y="13359"/>
                    <a:pt x="5995" y="13243"/>
                  </a:cubicBezTo>
                  <a:cubicBezTo>
                    <a:pt x="5995" y="13243"/>
                    <a:pt x="5365" y="9106"/>
                    <a:pt x="50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29"/>
            <p:cNvSpPr/>
            <p:nvPr/>
          </p:nvSpPr>
          <p:spPr>
            <a:xfrm flipH="1">
              <a:off x="1204671" y="2925910"/>
              <a:ext cx="127046" cy="1625795"/>
            </a:xfrm>
            <a:custGeom>
              <a:rect b="b" l="l" r="r" t="t"/>
              <a:pathLst>
                <a:path extrusionOk="0" h="12400" w="969">
                  <a:moveTo>
                    <a:pt x="40" y="0"/>
                  </a:moveTo>
                  <a:cubicBezTo>
                    <a:pt x="38" y="0"/>
                    <a:pt x="35" y="1"/>
                    <a:pt x="33" y="2"/>
                  </a:cubicBezTo>
                  <a:cubicBezTo>
                    <a:pt x="13" y="2"/>
                    <a:pt x="0" y="15"/>
                    <a:pt x="0" y="28"/>
                  </a:cubicBezTo>
                  <a:cubicBezTo>
                    <a:pt x="150" y="4029"/>
                    <a:pt x="468" y="8412"/>
                    <a:pt x="903" y="12367"/>
                  </a:cubicBezTo>
                  <a:cubicBezTo>
                    <a:pt x="903" y="12387"/>
                    <a:pt x="916" y="12400"/>
                    <a:pt x="936" y="12400"/>
                  </a:cubicBezTo>
                  <a:cubicBezTo>
                    <a:pt x="955" y="12400"/>
                    <a:pt x="968" y="12387"/>
                    <a:pt x="962" y="12367"/>
                  </a:cubicBezTo>
                  <a:cubicBezTo>
                    <a:pt x="527" y="8412"/>
                    <a:pt x="208" y="4029"/>
                    <a:pt x="65" y="28"/>
                  </a:cubicBezTo>
                  <a:cubicBezTo>
                    <a:pt x="65" y="12"/>
                    <a:pt x="52" y="0"/>
                    <a:pt x="40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29"/>
            <p:cNvSpPr/>
            <p:nvPr/>
          </p:nvSpPr>
          <p:spPr>
            <a:xfrm flipH="1">
              <a:off x="1312052" y="2936268"/>
              <a:ext cx="100561" cy="252260"/>
            </a:xfrm>
            <a:custGeom>
              <a:rect b="b" l="l" r="r" t="t"/>
              <a:pathLst>
                <a:path extrusionOk="0" h="1924" w="767">
                  <a:moveTo>
                    <a:pt x="150" y="1"/>
                  </a:moveTo>
                  <a:cubicBezTo>
                    <a:pt x="137" y="1"/>
                    <a:pt x="117" y="7"/>
                    <a:pt x="117" y="27"/>
                  </a:cubicBezTo>
                  <a:cubicBezTo>
                    <a:pt x="1" y="657"/>
                    <a:pt x="228" y="1378"/>
                    <a:pt x="708" y="1910"/>
                  </a:cubicBezTo>
                  <a:cubicBezTo>
                    <a:pt x="715" y="1917"/>
                    <a:pt x="721" y="1923"/>
                    <a:pt x="734" y="1923"/>
                  </a:cubicBezTo>
                  <a:cubicBezTo>
                    <a:pt x="741" y="1923"/>
                    <a:pt x="747" y="1917"/>
                    <a:pt x="754" y="1910"/>
                  </a:cubicBezTo>
                  <a:cubicBezTo>
                    <a:pt x="767" y="1904"/>
                    <a:pt x="767" y="1884"/>
                    <a:pt x="754" y="1871"/>
                  </a:cubicBezTo>
                  <a:cubicBezTo>
                    <a:pt x="286" y="1352"/>
                    <a:pt x="65" y="650"/>
                    <a:pt x="176" y="40"/>
                  </a:cubicBezTo>
                  <a:cubicBezTo>
                    <a:pt x="182" y="20"/>
                    <a:pt x="169" y="7"/>
                    <a:pt x="15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29"/>
            <p:cNvSpPr/>
            <p:nvPr/>
          </p:nvSpPr>
          <p:spPr>
            <a:xfrm flipH="1">
              <a:off x="1618593" y="2983993"/>
              <a:ext cx="118392" cy="1576234"/>
            </a:xfrm>
            <a:custGeom>
              <a:rect b="b" l="l" r="r" t="t"/>
              <a:pathLst>
                <a:path extrusionOk="0" h="12022" w="903">
                  <a:moveTo>
                    <a:pt x="877" y="1"/>
                  </a:moveTo>
                  <a:cubicBezTo>
                    <a:pt x="857" y="1"/>
                    <a:pt x="844" y="14"/>
                    <a:pt x="844" y="27"/>
                  </a:cubicBezTo>
                  <a:cubicBezTo>
                    <a:pt x="383" y="3982"/>
                    <a:pt x="98" y="8015"/>
                    <a:pt x="0" y="11989"/>
                  </a:cubicBezTo>
                  <a:cubicBezTo>
                    <a:pt x="0" y="12009"/>
                    <a:pt x="13" y="12022"/>
                    <a:pt x="33" y="12022"/>
                  </a:cubicBezTo>
                  <a:cubicBezTo>
                    <a:pt x="52" y="12022"/>
                    <a:pt x="65" y="12009"/>
                    <a:pt x="65" y="11989"/>
                  </a:cubicBezTo>
                  <a:cubicBezTo>
                    <a:pt x="163" y="8015"/>
                    <a:pt x="442" y="3988"/>
                    <a:pt x="903" y="33"/>
                  </a:cubicBezTo>
                  <a:cubicBezTo>
                    <a:pt x="903" y="20"/>
                    <a:pt x="890" y="7"/>
                    <a:pt x="877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29"/>
            <p:cNvSpPr/>
            <p:nvPr/>
          </p:nvSpPr>
          <p:spPr>
            <a:xfrm flipH="1">
              <a:off x="1601556" y="1163100"/>
              <a:ext cx="482878" cy="479085"/>
            </a:xfrm>
            <a:custGeom>
              <a:rect b="b" l="l" r="r" t="t"/>
              <a:pathLst>
                <a:path extrusionOk="0" h="3654" w="3683">
                  <a:moveTo>
                    <a:pt x="1681" y="0"/>
                  </a:moveTo>
                  <a:cubicBezTo>
                    <a:pt x="1434" y="0"/>
                    <a:pt x="1189" y="50"/>
                    <a:pt x="988" y="140"/>
                  </a:cubicBezTo>
                  <a:cubicBezTo>
                    <a:pt x="319" y="439"/>
                    <a:pt x="0" y="1257"/>
                    <a:pt x="423" y="1887"/>
                  </a:cubicBezTo>
                  <a:cubicBezTo>
                    <a:pt x="845" y="2523"/>
                    <a:pt x="1689" y="2718"/>
                    <a:pt x="2105" y="3361"/>
                  </a:cubicBezTo>
                  <a:cubicBezTo>
                    <a:pt x="2194" y="3501"/>
                    <a:pt x="2308" y="3654"/>
                    <a:pt x="2489" y="3654"/>
                  </a:cubicBezTo>
                  <a:cubicBezTo>
                    <a:pt x="2493" y="3654"/>
                    <a:pt x="2497" y="3653"/>
                    <a:pt x="2501" y="3653"/>
                  </a:cubicBezTo>
                  <a:cubicBezTo>
                    <a:pt x="2670" y="3647"/>
                    <a:pt x="2780" y="3491"/>
                    <a:pt x="2864" y="3355"/>
                  </a:cubicBezTo>
                  <a:cubicBezTo>
                    <a:pt x="3111" y="2984"/>
                    <a:pt x="3300" y="2582"/>
                    <a:pt x="3436" y="2160"/>
                  </a:cubicBezTo>
                  <a:cubicBezTo>
                    <a:pt x="3553" y="1757"/>
                    <a:pt x="3683" y="1289"/>
                    <a:pt x="3494" y="887"/>
                  </a:cubicBezTo>
                  <a:cubicBezTo>
                    <a:pt x="3410" y="711"/>
                    <a:pt x="3261" y="575"/>
                    <a:pt x="3079" y="504"/>
                  </a:cubicBezTo>
                  <a:cubicBezTo>
                    <a:pt x="2871" y="432"/>
                    <a:pt x="2670" y="335"/>
                    <a:pt x="2481" y="218"/>
                  </a:cubicBezTo>
                  <a:cubicBezTo>
                    <a:pt x="2258" y="68"/>
                    <a:pt x="1968" y="0"/>
                    <a:pt x="168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29"/>
            <p:cNvSpPr/>
            <p:nvPr/>
          </p:nvSpPr>
          <p:spPr>
            <a:xfrm flipH="1">
              <a:off x="1693464" y="1233377"/>
              <a:ext cx="356095" cy="572568"/>
            </a:xfrm>
            <a:custGeom>
              <a:rect b="b" l="l" r="r" t="t"/>
              <a:pathLst>
                <a:path extrusionOk="0" h="4367" w="2716">
                  <a:moveTo>
                    <a:pt x="1435" y="0"/>
                  </a:moveTo>
                  <a:cubicBezTo>
                    <a:pt x="870" y="0"/>
                    <a:pt x="298" y="275"/>
                    <a:pt x="234" y="669"/>
                  </a:cubicBezTo>
                  <a:cubicBezTo>
                    <a:pt x="1" y="2072"/>
                    <a:pt x="215" y="2643"/>
                    <a:pt x="611" y="2961"/>
                  </a:cubicBezTo>
                  <a:cubicBezTo>
                    <a:pt x="1066" y="3332"/>
                    <a:pt x="1358" y="3280"/>
                    <a:pt x="1378" y="4079"/>
                  </a:cubicBezTo>
                  <a:cubicBezTo>
                    <a:pt x="1461" y="4272"/>
                    <a:pt x="1640" y="4367"/>
                    <a:pt x="1830" y="4367"/>
                  </a:cubicBezTo>
                  <a:cubicBezTo>
                    <a:pt x="2055" y="4367"/>
                    <a:pt x="2294" y="4233"/>
                    <a:pt x="2404" y="3968"/>
                  </a:cubicBezTo>
                  <a:cubicBezTo>
                    <a:pt x="2365" y="2903"/>
                    <a:pt x="2715" y="2182"/>
                    <a:pt x="2715" y="2182"/>
                  </a:cubicBezTo>
                  <a:cubicBezTo>
                    <a:pt x="2715" y="2182"/>
                    <a:pt x="2663" y="851"/>
                    <a:pt x="2462" y="500"/>
                  </a:cubicBezTo>
                  <a:cubicBezTo>
                    <a:pt x="2257" y="147"/>
                    <a:pt x="1847" y="0"/>
                    <a:pt x="1435" y="0"/>
                  </a:cubicBezTo>
                  <a:close/>
                </a:path>
              </a:pathLst>
            </a:custGeom>
            <a:solidFill>
              <a:srgbClr val="F8C3A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29"/>
            <p:cNvSpPr/>
            <p:nvPr/>
          </p:nvSpPr>
          <p:spPr>
            <a:xfrm flipH="1">
              <a:off x="1673010" y="1219610"/>
              <a:ext cx="375630" cy="255669"/>
            </a:xfrm>
            <a:custGeom>
              <a:rect b="b" l="l" r="r" t="t"/>
              <a:pathLst>
                <a:path extrusionOk="0" h="1950" w="2865">
                  <a:moveTo>
                    <a:pt x="1450" y="0"/>
                  </a:moveTo>
                  <a:cubicBezTo>
                    <a:pt x="984" y="0"/>
                    <a:pt x="537" y="115"/>
                    <a:pt x="364" y="371"/>
                  </a:cubicBezTo>
                  <a:cubicBezTo>
                    <a:pt x="0" y="891"/>
                    <a:pt x="130" y="1190"/>
                    <a:pt x="130" y="1190"/>
                  </a:cubicBezTo>
                  <a:cubicBezTo>
                    <a:pt x="239" y="1209"/>
                    <a:pt x="347" y="1217"/>
                    <a:pt x="453" y="1217"/>
                  </a:cubicBezTo>
                  <a:cubicBezTo>
                    <a:pt x="1160" y="1217"/>
                    <a:pt x="1760" y="839"/>
                    <a:pt x="1760" y="839"/>
                  </a:cubicBezTo>
                  <a:lnTo>
                    <a:pt x="1760" y="839"/>
                  </a:lnTo>
                  <a:cubicBezTo>
                    <a:pt x="1657" y="931"/>
                    <a:pt x="1731" y="1094"/>
                    <a:pt x="1854" y="1094"/>
                  </a:cubicBezTo>
                  <a:cubicBezTo>
                    <a:pt x="1869" y="1094"/>
                    <a:pt x="1886" y="1092"/>
                    <a:pt x="1903" y="1086"/>
                  </a:cubicBezTo>
                  <a:cubicBezTo>
                    <a:pt x="2059" y="1034"/>
                    <a:pt x="2189" y="936"/>
                    <a:pt x="2286" y="800"/>
                  </a:cubicBezTo>
                  <a:lnTo>
                    <a:pt x="2286" y="800"/>
                  </a:lnTo>
                  <a:cubicBezTo>
                    <a:pt x="2286" y="800"/>
                    <a:pt x="2267" y="1722"/>
                    <a:pt x="2637" y="1949"/>
                  </a:cubicBezTo>
                  <a:lnTo>
                    <a:pt x="2864" y="1768"/>
                  </a:lnTo>
                  <a:cubicBezTo>
                    <a:pt x="2864" y="1768"/>
                    <a:pt x="2812" y="1235"/>
                    <a:pt x="2780" y="813"/>
                  </a:cubicBezTo>
                  <a:cubicBezTo>
                    <a:pt x="2747" y="384"/>
                    <a:pt x="2481" y="131"/>
                    <a:pt x="1890" y="34"/>
                  </a:cubicBezTo>
                  <a:cubicBezTo>
                    <a:pt x="1747" y="12"/>
                    <a:pt x="1598" y="0"/>
                    <a:pt x="14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29"/>
            <p:cNvSpPr/>
            <p:nvPr/>
          </p:nvSpPr>
          <p:spPr>
            <a:xfrm flipH="1">
              <a:off x="1853808" y="1461513"/>
              <a:ext cx="33040" cy="27796"/>
            </a:xfrm>
            <a:custGeom>
              <a:rect b="b" l="l" r="r" t="t"/>
              <a:pathLst>
                <a:path extrusionOk="0" h="212" w="252">
                  <a:moveTo>
                    <a:pt x="143" y="1"/>
                  </a:moveTo>
                  <a:cubicBezTo>
                    <a:pt x="46" y="1"/>
                    <a:pt x="0" y="117"/>
                    <a:pt x="72" y="182"/>
                  </a:cubicBezTo>
                  <a:cubicBezTo>
                    <a:pt x="92" y="202"/>
                    <a:pt x="117" y="211"/>
                    <a:pt x="142" y="211"/>
                  </a:cubicBezTo>
                  <a:cubicBezTo>
                    <a:pt x="197" y="211"/>
                    <a:pt x="251" y="167"/>
                    <a:pt x="247" y="104"/>
                  </a:cubicBezTo>
                  <a:cubicBezTo>
                    <a:pt x="247" y="46"/>
                    <a:pt x="201" y="1"/>
                    <a:pt x="143" y="1"/>
                  </a:cubicBezTo>
                  <a:close/>
                </a:path>
              </a:pathLst>
            </a:custGeom>
            <a:solidFill>
              <a:srgbClr val="14142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29"/>
            <p:cNvSpPr/>
            <p:nvPr/>
          </p:nvSpPr>
          <p:spPr>
            <a:xfrm flipH="1">
              <a:off x="1868099" y="1465840"/>
              <a:ext cx="10227" cy="10489"/>
            </a:xfrm>
            <a:custGeom>
              <a:rect b="b" l="l" r="r" t="t"/>
              <a:pathLst>
                <a:path extrusionOk="0" h="80" w="78">
                  <a:moveTo>
                    <a:pt x="39" y="0"/>
                  </a:moveTo>
                  <a:cubicBezTo>
                    <a:pt x="20" y="6"/>
                    <a:pt x="0" y="19"/>
                    <a:pt x="0" y="45"/>
                  </a:cubicBezTo>
                  <a:cubicBezTo>
                    <a:pt x="0" y="68"/>
                    <a:pt x="20" y="80"/>
                    <a:pt x="39" y="80"/>
                  </a:cubicBezTo>
                  <a:cubicBezTo>
                    <a:pt x="59" y="80"/>
                    <a:pt x="78" y="68"/>
                    <a:pt x="78" y="45"/>
                  </a:cubicBezTo>
                  <a:cubicBezTo>
                    <a:pt x="78" y="19"/>
                    <a:pt x="59" y="0"/>
                    <a:pt x="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29"/>
            <p:cNvSpPr/>
            <p:nvPr/>
          </p:nvSpPr>
          <p:spPr>
            <a:xfrm flipH="1">
              <a:off x="1960796" y="1464791"/>
              <a:ext cx="27402" cy="25436"/>
            </a:xfrm>
            <a:custGeom>
              <a:rect b="b" l="l" r="r" t="t"/>
              <a:pathLst>
                <a:path extrusionOk="0" h="194" w="209">
                  <a:moveTo>
                    <a:pt x="104" y="1"/>
                  </a:moveTo>
                  <a:cubicBezTo>
                    <a:pt x="53" y="1"/>
                    <a:pt x="4" y="33"/>
                    <a:pt x="0" y="99"/>
                  </a:cubicBezTo>
                  <a:cubicBezTo>
                    <a:pt x="7" y="162"/>
                    <a:pt x="55" y="193"/>
                    <a:pt x="103" y="193"/>
                  </a:cubicBezTo>
                  <a:cubicBezTo>
                    <a:pt x="154" y="193"/>
                    <a:pt x="205" y="159"/>
                    <a:pt x="208" y="92"/>
                  </a:cubicBezTo>
                  <a:cubicBezTo>
                    <a:pt x="202" y="32"/>
                    <a:pt x="153" y="1"/>
                    <a:pt x="104" y="1"/>
                  </a:cubicBezTo>
                  <a:close/>
                </a:path>
              </a:pathLst>
            </a:custGeom>
            <a:solidFill>
              <a:srgbClr val="14142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29"/>
            <p:cNvSpPr/>
            <p:nvPr/>
          </p:nvSpPr>
          <p:spPr>
            <a:xfrm flipH="1">
              <a:off x="1974431" y="1468331"/>
              <a:ext cx="10358" cy="9702"/>
            </a:xfrm>
            <a:custGeom>
              <a:rect b="b" l="l" r="r" t="t"/>
              <a:pathLst>
                <a:path extrusionOk="0" h="74" w="79">
                  <a:moveTo>
                    <a:pt x="39" y="0"/>
                  </a:moveTo>
                  <a:cubicBezTo>
                    <a:pt x="20" y="0"/>
                    <a:pt x="0" y="20"/>
                    <a:pt x="0" y="39"/>
                  </a:cubicBezTo>
                  <a:cubicBezTo>
                    <a:pt x="4" y="62"/>
                    <a:pt x="21" y="74"/>
                    <a:pt x="39" y="74"/>
                  </a:cubicBezTo>
                  <a:cubicBezTo>
                    <a:pt x="57" y="74"/>
                    <a:pt x="75" y="62"/>
                    <a:pt x="78" y="39"/>
                  </a:cubicBezTo>
                  <a:cubicBezTo>
                    <a:pt x="78" y="20"/>
                    <a:pt x="59" y="0"/>
                    <a:pt x="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29"/>
            <p:cNvSpPr/>
            <p:nvPr/>
          </p:nvSpPr>
          <p:spPr>
            <a:xfrm flipH="1">
              <a:off x="1951487" y="1409461"/>
              <a:ext cx="61491" cy="33171"/>
            </a:xfrm>
            <a:custGeom>
              <a:rect b="b" l="l" r="r" t="t"/>
              <a:pathLst>
                <a:path extrusionOk="0" h="253" w="469">
                  <a:moveTo>
                    <a:pt x="404" y="0"/>
                  </a:moveTo>
                  <a:cubicBezTo>
                    <a:pt x="389" y="0"/>
                    <a:pt x="375" y="7"/>
                    <a:pt x="365" y="21"/>
                  </a:cubicBezTo>
                  <a:cubicBezTo>
                    <a:pt x="326" y="79"/>
                    <a:pt x="267" y="112"/>
                    <a:pt x="202" y="125"/>
                  </a:cubicBezTo>
                  <a:cubicBezTo>
                    <a:pt x="186" y="128"/>
                    <a:pt x="170" y="130"/>
                    <a:pt x="154" y="130"/>
                  </a:cubicBezTo>
                  <a:cubicBezTo>
                    <a:pt x="137" y="130"/>
                    <a:pt x="121" y="128"/>
                    <a:pt x="105" y="125"/>
                  </a:cubicBezTo>
                  <a:cubicBezTo>
                    <a:pt x="89" y="121"/>
                    <a:pt x="71" y="114"/>
                    <a:pt x="55" y="114"/>
                  </a:cubicBezTo>
                  <a:cubicBezTo>
                    <a:pt x="44" y="114"/>
                    <a:pt x="35" y="117"/>
                    <a:pt x="27" y="125"/>
                  </a:cubicBezTo>
                  <a:cubicBezTo>
                    <a:pt x="20" y="131"/>
                    <a:pt x="14" y="138"/>
                    <a:pt x="14" y="144"/>
                  </a:cubicBezTo>
                  <a:cubicBezTo>
                    <a:pt x="1" y="177"/>
                    <a:pt x="20" y="216"/>
                    <a:pt x="46" y="229"/>
                  </a:cubicBezTo>
                  <a:cubicBezTo>
                    <a:pt x="87" y="245"/>
                    <a:pt x="130" y="252"/>
                    <a:pt x="171" y="252"/>
                  </a:cubicBezTo>
                  <a:cubicBezTo>
                    <a:pt x="282" y="252"/>
                    <a:pt x="390" y="198"/>
                    <a:pt x="456" y="99"/>
                  </a:cubicBezTo>
                  <a:cubicBezTo>
                    <a:pt x="469" y="73"/>
                    <a:pt x="469" y="34"/>
                    <a:pt x="443" y="14"/>
                  </a:cubicBezTo>
                  <a:cubicBezTo>
                    <a:pt x="431" y="5"/>
                    <a:pt x="417" y="0"/>
                    <a:pt x="4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29"/>
            <p:cNvSpPr/>
            <p:nvPr/>
          </p:nvSpPr>
          <p:spPr>
            <a:xfrm flipH="1">
              <a:off x="1830602" y="1405528"/>
              <a:ext cx="70799" cy="34745"/>
            </a:xfrm>
            <a:custGeom>
              <a:rect b="b" l="l" r="r" t="t"/>
              <a:pathLst>
                <a:path extrusionOk="0" h="265" w="540">
                  <a:moveTo>
                    <a:pt x="68" y="1"/>
                  </a:moveTo>
                  <a:cubicBezTo>
                    <a:pt x="56" y="1"/>
                    <a:pt x="43" y="4"/>
                    <a:pt x="33" y="12"/>
                  </a:cubicBezTo>
                  <a:cubicBezTo>
                    <a:pt x="7" y="38"/>
                    <a:pt x="1" y="77"/>
                    <a:pt x="27" y="103"/>
                  </a:cubicBezTo>
                  <a:cubicBezTo>
                    <a:pt x="110" y="206"/>
                    <a:pt x="234" y="264"/>
                    <a:pt x="366" y="264"/>
                  </a:cubicBezTo>
                  <a:cubicBezTo>
                    <a:pt x="408" y="264"/>
                    <a:pt x="452" y="258"/>
                    <a:pt x="494" y="246"/>
                  </a:cubicBezTo>
                  <a:cubicBezTo>
                    <a:pt x="527" y="233"/>
                    <a:pt x="540" y="194"/>
                    <a:pt x="527" y="161"/>
                  </a:cubicBezTo>
                  <a:cubicBezTo>
                    <a:pt x="520" y="155"/>
                    <a:pt x="514" y="148"/>
                    <a:pt x="507" y="142"/>
                  </a:cubicBezTo>
                  <a:cubicBezTo>
                    <a:pt x="496" y="130"/>
                    <a:pt x="482" y="126"/>
                    <a:pt x="469" y="126"/>
                  </a:cubicBezTo>
                  <a:cubicBezTo>
                    <a:pt x="452" y="126"/>
                    <a:pt x="434" y="132"/>
                    <a:pt x="416" y="135"/>
                  </a:cubicBezTo>
                  <a:cubicBezTo>
                    <a:pt x="397" y="139"/>
                    <a:pt x="379" y="140"/>
                    <a:pt x="361" y="140"/>
                  </a:cubicBezTo>
                  <a:cubicBezTo>
                    <a:pt x="343" y="140"/>
                    <a:pt x="325" y="139"/>
                    <a:pt x="306" y="135"/>
                  </a:cubicBezTo>
                  <a:cubicBezTo>
                    <a:pt x="235" y="122"/>
                    <a:pt x="170" y="83"/>
                    <a:pt x="124" y="25"/>
                  </a:cubicBezTo>
                  <a:cubicBezTo>
                    <a:pt x="108" y="9"/>
                    <a:pt x="88" y="1"/>
                    <a:pt x="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29"/>
            <p:cNvSpPr/>
            <p:nvPr/>
          </p:nvSpPr>
          <p:spPr>
            <a:xfrm flipH="1">
              <a:off x="1868100" y="1563830"/>
              <a:ext cx="100574" cy="38588"/>
            </a:xfrm>
            <a:custGeom>
              <a:rect b="b" l="l" r="r" t="t"/>
              <a:pathLst>
                <a:path extrusionOk="0" h="216" w="563">
                  <a:moveTo>
                    <a:pt x="298" y="0"/>
                  </a:moveTo>
                  <a:cubicBezTo>
                    <a:pt x="195" y="0"/>
                    <a:pt x="95" y="45"/>
                    <a:pt x="26" y="119"/>
                  </a:cubicBezTo>
                  <a:cubicBezTo>
                    <a:pt x="0" y="145"/>
                    <a:pt x="7" y="184"/>
                    <a:pt x="33" y="204"/>
                  </a:cubicBezTo>
                  <a:cubicBezTo>
                    <a:pt x="43" y="212"/>
                    <a:pt x="55" y="215"/>
                    <a:pt x="67" y="215"/>
                  </a:cubicBezTo>
                  <a:cubicBezTo>
                    <a:pt x="86" y="215"/>
                    <a:pt x="105" y="207"/>
                    <a:pt x="117" y="191"/>
                  </a:cubicBezTo>
                  <a:cubicBezTo>
                    <a:pt x="173" y="139"/>
                    <a:pt x="245" y="112"/>
                    <a:pt x="319" y="112"/>
                  </a:cubicBezTo>
                  <a:cubicBezTo>
                    <a:pt x="365" y="112"/>
                    <a:pt x="412" y="123"/>
                    <a:pt x="455" y="145"/>
                  </a:cubicBezTo>
                  <a:cubicBezTo>
                    <a:pt x="465" y="152"/>
                    <a:pt x="475" y="154"/>
                    <a:pt x="485" y="154"/>
                  </a:cubicBezTo>
                  <a:cubicBezTo>
                    <a:pt x="534" y="154"/>
                    <a:pt x="562" y="81"/>
                    <a:pt x="513" y="48"/>
                  </a:cubicBezTo>
                  <a:cubicBezTo>
                    <a:pt x="455" y="22"/>
                    <a:pt x="396" y="3"/>
                    <a:pt x="338" y="3"/>
                  </a:cubicBezTo>
                  <a:cubicBezTo>
                    <a:pt x="325" y="1"/>
                    <a:pt x="311" y="0"/>
                    <a:pt x="298" y="0"/>
                  </a:cubicBezTo>
                  <a:close/>
                </a:path>
              </a:pathLst>
            </a:custGeom>
            <a:solidFill>
              <a:srgbClr val="FBA47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29"/>
            <p:cNvSpPr/>
            <p:nvPr/>
          </p:nvSpPr>
          <p:spPr>
            <a:xfrm flipH="1">
              <a:off x="1627902" y="1448533"/>
              <a:ext cx="100561" cy="95974"/>
            </a:xfrm>
            <a:custGeom>
              <a:rect b="b" l="l" r="r" t="t"/>
              <a:pathLst>
                <a:path extrusionOk="0" h="732" w="767">
                  <a:moveTo>
                    <a:pt x="464" y="1"/>
                  </a:moveTo>
                  <a:cubicBezTo>
                    <a:pt x="350" y="1"/>
                    <a:pt x="225" y="61"/>
                    <a:pt x="136" y="171"/>
                  </a:cubicBezTo>
                  <a:cubicBezTo>
                    <a:pt x="0" y="340"/>
                    <a:pt x="0" y="567"/>
                    <a:pt x="136" y="678"/>
                  </a:cubicBezTo>
                  <a:cubicBezTo>
                    <a:pt x="184" y="714"/>
                    <a:pt x="242" y="731"/>
                    <a:pt x="303" y="731"/>
                  </a:cubicBezTo>
                  <a:cubicBezTo>
                    <a:pt x="417" y="731"/>
                    <a:pt x="541" y="671"/>
                    <a:pt x="630" y="561"/>
                  </a:cubicBezTo>
                  <a:cubicBezTo>
                    <a:pt x="766" y="392"/>
                    <a:pt x="766" y="164"/>
                    <a:pt x="630" y="54"/>
                  </a:cubicBezTo>
                  <a:cubicBezTo>
                    <a:pt x="583" y="18"/>
                    <a:pt x="525" y="1"/>
                    <a:pt x="464" y="1"/>
                  </a:cubicBezTo>
                  <a:close/>
                </a:path>
              </a:pathLst>
            </a:custGeom>
            <a:solidFill>
              <a:srgbClr val="F8C3A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29"/>
            <p:cNvSpPr/>
            <p:nvPr/>
          </p:nvSpPr>
          <p:spPr>
            <a:xfrm flipH="1">
              <a:off x="1931952" y="1437519"/>
              <a:ext cx="94006" cy="79454"/>
            </a:xfrm>
            <a:custGeom>
              <a:rect b="b" l="l" r="r" t="t"/>
              <a:pathLst>
                <a:path extrusionOk="0" h="606" w="717">
                  <a:moveTo>
                    <a:pt x="348" y="40"/>
                  </a:moveTo>
                  <a:cubicBezTo>
                    <a:pt x="354" y="40"/>
                    <a:pt x="360" y="40"/>
                    <a:pt x="366" y="41"/>
                  </a:cubicBezTo>
                  <a:lnTo>
                    <a:pt x="392" y="41"/>
                  </a:lnTo>
                  <a:cubicBezTo>
                    <a:pt x="678" y="67"/>
                    <a:pt x="717" y="463"/>
                    <a:pt x="444" y="547"/>
                  </a:cubicBezTo>
                  <a:cubicBezTo>
                    <a:pt x="414" y="557"/>
                    <a:pt x="385" y="562"/>
                    <a:pt x="358" y="562"/>
                  </a:cubicBezTo>
                  <a:cubicBezTo>
                    <a:pt x="134" y="562"/>
                    <a:pt x="1" y="261"/>
                    <a:pt x="197" y="99"/>
                  </a:cubicBezTo>
                  <a:cubicBezTo>
                    <a:pt x="238" y="64"/>
                    <a:pt x="295" y="40"/>
                    <a:pt x="348" y="40"/>
                  </a:cubicBezTo>
                  <a:close/>
                  <a:moveTo>
                    <a:pt x="368" y="1"/>
                  </a:moveTo>
                  <a:cubicBezTo>
                    <a:pt x="210" y="1"/>
                    <a:pt x="80" y="120"/>
                    <a:pt x="67" y="274"/>
                  </a:cubicBezTo>
                  <a:cubicBezTo>
                    <a:pt x="48" y="443"/>
                    <a:pt x="171" y="593"/>
                    <a:pt x="340" y="606"/>
                  </a:cubicBezTo>
                  <a:lnTo>
                    <a:pt x="366" y="606"/>
                  </a:lnTo>
                  <a:cubicBezTo>
                    <a:pt x="522" y="606"/>
                    <a:pt x="652" y="482"/>
                    <a:pt x="665" y="326"/>
                  </a:cubicBezTo>
                  <a:cubicBezTo>
                    <a:pt x="678" y="164"/>
                    <a:pt x="555" y="15"/>
                    <a:pt x="392" y="2"/>
                  </a:cubicBezTo>
                  <a:cubicBezTo>
                    <a:pt x="384" y="1"/>
                    <a:pt x="376" y="1"/>
                    <a:pt x="368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29"/>
            <p:cNvSpPr/>
            <p:nvPr/>
          </p:nvSpPr>
          <p:spPr>
            <a:xfrm flipH="1">
              <a:off x="1819720" y="1435028"/>
              <a:ext cx="102135" cy="80241"/>
            </a:xfrm>
            <a:custGeom>
              <a:rect b="b" l="l" r="r" t="t"/>
              <a:pathLst>
                <a:path extrusionOk="0" h="612" w="779">
                  <a:moveTo>
                    <a:pt x="429" y="40"/>
                  </a:moveTo>
                  <a:cubicBezTo>
                    <a:pt x="779" y="59"/>
                    <a:pt x="751" y="569"/>
                    <a:pt x="426" y="569"/>
                  </a:cubicBezTo>
                  <a:cubicBezTo>
                    <a:pt x="412" y="569"/>
                    <a:pt x="398" y="568"/>
                    <a:pt x="384" y="566"/>
                  </a:cubicBezTo>
                  <a:cubicBezTo>
                    <a:pt x="150" y="540"/>
                    <a:pt x="59" y="248"/>
                    <a:pt x="241" y="99"/>
                  </a:cubicBezTo>
                  <a:cubicBezTo>
                    <a:pt x="287" y="60"/>
                    <a:pt x="345" y="40"/>
                    <a:pt x="410" y="40"/>
                  </a:cubicBezTo>
                  <a:close/>
                  <a:moveTo>
                    <a:pt x="401" y="1"/>
                  </a:moveTo>
                  <a:cubicBezTo>
                    <a:pt x="335" y="1"/>
                    <a:pt x="268" y="23"/>
                    <a:pt x="209" y="73"/>
                  </a:cubicBezTo>
                  <a:cubicBezTo>
                    <a:pt x="1" y="248"/>
                    <a:pt x="111" y="586"/>
                    <a:pt x="384" y="612"/>
                  </a:cubicBezTo>
                  <a:lnTo>
                    <a:pt x="410" y="612"/>
                  </a:lnTo>
                  <a:cubicBezTo>
                    <a:pt x="566" y="605"/>
                    <a:pt x="689" y="488"/>
                    <a:pt x="709" y="332"/>
                  </a:cubicBezTo>
                  <a:cubicBezTo>
                    <a:pt x="723" y="142"/>
                    <a:pt x="567" y="1"/>
                    <a:pt x="401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29"/>
            <p:cNvSpPr/>
            <p:nvPr/>
          </p:nvSpPr>
          <p:spPr>
            <a:xfrm flipH="1">
              <a:off x="1903762" y="1467413"/>
              <a:ext cx="38546" cy="12062"/>
            </a:xfrm>
            <a:custGeom>
              <a:rect b="b" l="l" r="r" t="t"/>
              <a:pathLst>
                <a:path extrusionOk="0" h="92" w="294">
                  <a:moveTo>
                    <a:pt x="143" y="1"/>
                  </a:moveTo>
                  <a:cubicBezTo>
                    <a:pt x="51" y="1"/>
                    <a:pt x="1" y="59"/>
                    <a:pt x="1" y="59"/>
                  </a:cubicBezTo>
                  <a:lnTo>
                    <a:pt x="33" y="92"/>
                  </a:lnTo>
                  <a:cubicBezTo>
                    <a:pt x="33" y="87"/>
                    <a:pt x="70" y="40"/>
                    <a:pt x="145" y="40"/>
                  </a:cubicBezTo>
                  <a:cubicBezTo>
                    <a:pt x="180" y="40"/>
                    <a:pt x="223" y="50"/>
                    <a:pt x="274" y="79"/>
                  </a:cubicBezTo>
                  <a:lnTo>
                    <a:pt x="293" y="46"/>
                  </a:lnTo>
                  <a:cubicBezTo>
                    <a:pt x="235" y="12"/>
                    <a:pt x="185" y="1"/>
                    <a:pt x="143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29"/>
            <p:cNvSpPr/>
            <p:nvPr/>
          </p:nvSpPr>
          <p:spPr>
            <a:xfrm flipH="1">
              <a:off x="2011929" y="1470822"/>
              <a:ext cx="22289" cy="7867"/>
            </a:xfrm>
            <a:custGeom>
              <a:rect b="b" l="l" r="r" t="t"/>
              <a:pathLst>
                <a:path extrusionOk="0" h="60" w="170">
                  <a:moveTo>
                    <a:pt x="143" y="1"/>
                  </a:moveTo>
                  <a:lnTo>
                    <a:pt x="20" y="14"/>
                  </a:lnTo>
                  <a:cubicBezTo>
                    <a:pt x="7" y="20"/>
                    <a:pt x="1" y="27"/>
                    <a:pt x="1" y="40"/>
                  </a:cubicBezTo>
                  <a:cubicBezTo>
                    <a:pt x="1" y="46"/>
                    <a:pt x="7" y="59"/>
                    <a:pt x="20" y="59"/>
                  </a:cubicBezTo>
                  <a:lnTo>
                    <a:pt x="150" y="46"/>
                  </a:lnTo>
                  <a:cubicBezTo>
                    <a:pt x="163" y="46"/>
                    <a:pt x="169" y="33"/>
                    <a:pt x="169" y="20"/>
                  </a:cubicBezTo>
                  <a:cubicBezTo>
                    <a:pt x="169" y="7"/>
                    <a:pt x="156" y="1"/>
                    <a:pt x="143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29"/>
            <p:cNvSpPr/>
            <p:nvPr/>
          </p:nvSpPr>
          <p:spPr>
            <a:xfrm flipH="1">
              <a:off x="1703686" y="1464135"/>
              <a:ext cx="130454" cy="13636"/>
            </a:xfrm>
            <a:custGeom>
              <a:rect b="b" l="l" r="r" t="t"/>
              <a:pathLst>
                <a:path extrusionOk="0" h="104" w="995">
                  <a:moveTo>
                    <a:pt x="968" y="0"/>
                  </a:moveTo>
                  <a:lnTo>
                    <a:pt x="20" y="65"/>
                  </a:lnTo>
                  <a:cubicBezTo>
                    <a:pt x="7" y="65"/>
                    <a:pt x="1" y="71"/>
                    <a:pt x="1" y="84"/>
                  </a:cubicBezTo>
                  <a:cubicBezTo>
                    <a:pt x="1" y="97"/>
                    <a:pt x="14" y="104"/>
                    <a:pt x="20" y="104"/>
                  </a:cubicBezTo>
                  <a:lnTo>
                    <a:pt x="27" y="104"/>
                  </a:lnTo>
                  <a:lnTo>
                    <a:pt x="975" y="39"/>
                  </a:lnTo>
                  <a:cubicBezTo>
                    <a:pt x="981" y="39"/>
                    <a:pt x="994" y="26"/>
                    <a:pt x="994" y="19"/>
                  </a:cubicBezTo>
                  <a:cubicBezTo>
                    <a:pt x="988" y="7"/>
                    <a:pt x="981" y="0"/>
                    <a:pt x="968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29"/>
            <p:cNvSpPr/>
            <p:nvPr/>
          </p:nvSpPr>
          <p:spPr>
            <a:xfrm flipH="1">
              <a:off x="1825500" y="1848164"/>
              <a:ext cx="648077" cy="1012451"/>
            </a:xfrm>
            <a:custGeom>
              <a:rect b="b" l="l" r="r" t="t"/>
              <a:pathLst>
                <a:path extrusionOk="0" h="7722" w="4943">
                  <a:moveTo>
                    <a:pt x="4943" y="0"/>
                  </a:moveTo>
                  <a:lnTo>
                    <a:pt x="3072" y="1591"/>
                  </a:lnTo>
                  <a:cubicBezTo>
                    <a:pt x="2429" y="4228"/>
                    <a:pt x="0" y="7157"/>
                    <a:pt x="0" y="7157"/>
                  </a:cubicBezTo>
                  <a:lnTo>
                    <a:pt x="637" y="7722"/>
                  </a:lnTo>
                  <a:cubicBezTo>
                    <a:pt x="4865" y="2871"/>
                    <a:pt x="4943" y="0"/>
                    <a:pt x="4943" y="0"/>
                  </a:cubicBezTo>
                  <a:close/>
                </a:path>
              </a:pathLst>
            </a:custGeom>
            <a:solidFill>
              <a:srgbClr val="F8C3A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29"/>
            <p:cNvSpPr/>
            <p:nvPr/>
          </p:nvSpPr>
          <p:spPr>
            <a:xfrm flipH="1">
              <a:off x="2362793" y="2772771"/>
              <a:ext cx="326202" cy="229316"/>
            </a:xfrm>
            <a:custGeom>
              <a:rect b="b" l="l" r="r" t="t"/>
              <a:pathLst>
                <a:path extrusionOk="0" h="1749" w="2488">
                  <a:moveTo>
                    <a:pt x="1786" y="1"/>
                  </a:moveTo>
                  <a:cubicBezTo>
                    <a:pt x="1786" y="1"/>
                    <a:pt x="864" y="326"/>
                    <a:pt x="702" y="456"/>
                  </a:cubicBezTo>
                  <a:cubicBezTo>
                    <a:pt x="539" y="585"/>
                    <a:pt x="0" y="1378"/>
                    <a:pt x="52" y="1417"/>
                  </a:cubicBezTo>
                  <a:cubicBezTo>
                    <a:pt x="54" y="1418"/>
                    <a:pt x="56" y="1419"/>
                    <a:pt x="59" y="1419"/>
                  </a:cubicBezTo>
                  <a:cubicBezTo>
                    <a:pt x="145" y="1419"/>
                    <a:pt x="689" y="826"/>
                    <a:pt x="689" y="826"/>
                  </a:cubicBezTo>
                  <a:lnTo>
                    <a:pt x="689" y="826"/>
                  </a:lnTo>
                  <a:cubicBezTo>
                    <a:pt x="689" y="826"/>
                    <a:pt x="293" y="1664"/>
                    <a:pt x="377" y="1696"/>
                  </a:cubicBezTo>
                  <a:cubicBezTo>
                    <a:pt x="379" y="1697"/>
                    <a:pt x="382" y="1698"/>
                    <a:pt x="385" y="1698"/>
                  </a:cubicBezTo>
                  <a:cubicBezTo>
                    <a:pt x="489" y="1698"/>
                    <a:pt x="883" y="1001"/>
                    <a:pt x="884" y="1001"/>
                  </a:cubicBezTo>
                  <a:lnTo>
                    <a:pt x="884" y="1001"/>
                  </a:lnTo>
                  <a:cubicBezTo>
                    <a:pt x="884" y="1001"/>
                    <a:pt x="728" y="1657"/>
                    <a:pt x="793" y="1683"/>
                  </a:cubicBezTo>
                  <a:cubicBezTo>
                    <a:pt x="794" y="1684"/>
                    <a:pt x="796" y="1684"/>
                    <a:pt x="797" y="1684"/>
                  </a:cubicBezTo>
                  <a:cubicBezTo>
                    <a:pt x="872" y="1684"/>
                    <a:pt x="1176" y="1014"/>
                    <a:pt x="1176" y="1014"/>
                  </a:cubicBezTo>
                  <a:lnTo>
                    <a:pt x="1176" y="1014"/>
                  </a:lnTo>
                  <a:cubicBezTo>
                    <a:pt x="1176" y="1014"/>
                    <a:pt x="1007" y="1742"/>
                    <a:pt x="1104" y="1748"/>
                  </a:cubicBezTo>
                  <a:cubicBezTo>
                    <a:pt x="1105" y="1748"/>
                    <a:pt x="1105" y="1748"/>
                    <a:pt x="1106" y="1748"/>
                  </a:cubicBezTo>
                  <a:cubicBezTo>
                    <a:pt x="1210" y="1748"/>
                    <a:pt x="1455" y="982"/>
                    <a:pt x="1455" y="982"/>
                  </a:cubicBezTo>
                  <a:cubicBezTo>
                    <a:pt x="1455" y="982"/>
                    <a:pt x="1531" y="1013"/>
                    <a:pt x="1649" y="1013"/>
                  </a:cubicBezTo>
                  <a:cubicBezTo>
                    <a:pt x="1860" y="1013"/>
                    <a:pt x="2204" y="912"/>
                    <a:pt x="2488" y="345"/>
                  </a:cubicBezTo>
                  <a:lnTo>
                    <a:pt x="1786" y="1"/>
                  </a:lnTo>
                  <a:close/>
                </a:path>
              </a:pathLst>
            </a:custGeom>
            <a:solidFill>
              <a:srgbClr val="F8C3A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29"/>
            <p:cNvSpPr/>
            <p:nvPr/>
          </p:nvSpPr>
          <p:spPr>
            <a:xfrm flipH="1">
              <a:off x="1878199" y="1839642"/>
              <a:ext cx="245438" cy="348628"/>
            </a:xfrm>
            <a:custGeom>
              <a:rect b="b" l="l" r="r" t="t"/>
              <a:pathLst>
                <a:path extrusionOk="0" h="2659" w="1872">
                  <a:moveTo>
                    <a:pt x="988" y="0"/>
                  </a:moveTo>
                  <a:cubicBezTo>
                    <a:pt x="293" y="624"/>
                    <a:pt x="1" y="2319"/>
                    <a:pt x="1" y="2319"/>
                  </a:cubicBezTo>
                  <a:cubicBezTo>
                    <a:pt x="392" y="2553"/>
                    <a:pt x="917" y="2658"/>
                    <a:pt x="1552" y="2658"/>
                  </a:cubicBezTo>
                  <a:cubicBezTo>
                    <a:pt x="1656" y="2658"/>
                    <a:pt x="1762" y="2655"/>
                    <a:pt x="1871" y="2650"/>
                  </a:cubicBezTo>
                  <a:lnTo>
                    <a:pt x="98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29"/>
            <p:cNvSpPr/>
            <p:nvPr/>
          </p:nvSpPr>
          <p:spPr>
            <a:xfrm flipH="1">
              <a:off x="1287284" y="1686764"/>
              <a:ext cx="706945" cy="1242684"/>
            </a:xfrm>
            <a:custGeom>
              <a:rect b="b" l="l" r="r" t="t"/>
              <a:pathLst>
                <a:path extrusionOk="0" h="9478" w="5392">
                  <a:moveTo>
                    <a:pt x="2023" y="0"/>
                  </a:moveTo>
                  <a:cubicBezTo>
                    <a:pt x="1992" y="0"/>
                    <a:pt x="1952" y="19"/>
                    <a:pt x="1923" y="36"/>
                  </a:cubicBezTo>
                  <a:cubicBezTo>
                    <a:pt x="1682" y="195"/>
                    <a:pt x="1398" y="279"/>
                    <a:pt x="1106" y="279"/>
                  </a:cubicBezTo>
                  <a:cubicBezTo>
                    <a:pt x="1075" y="279"/>
                    <a:pt x="1045" y="278"/>
                    <a:pt x="1014" y="276"/>
                  </a:cubicBezTo>
                  <a:cubicBezTo>
                    <a:pt x="991" y="274"/>
                    <a:pt x="967" y="272"/>
                    <a:pt x="944" y="272"/>
                  </a:cubicBezTo>
                  <a:cubicBezTo>
                    <a:pt x="894" y="272"/>
                    <a:pt x="846" y="282"/>
                    <a:pt x="819" y="322"/>
                  </a:cubicBezTo>
                  <a:cubicBezTo>
                    <a:pt x="780" y="380"/>
                    <a:pt x="819" y="478"/>
                    <a:pt x="871" y="536"/>
                  </a:cubicBezTo>
                  <a:cubicBezTo>
                    <a:pt x="897" y="562"/>
                    <a:pt x="923" y="595"/>
                    <a:pt x="943" y="634"/>
                  </a:cubicBezTo>
                  <a:lnTo>
                    <a:pt x="1" y="1166"/>
                  </a:lnTo>
                  <a:cubicBezTo>
                    <a:pt x="1" y="1166"/>
                    <a:pt x="793" y="4933"/>
                    <a:pt x="787" y="9135"/>
                  </a:cubicBezTo>
                  <a:cubicBezTo>
                    <a:pt x="1414" y="9385"/>
                    <a:pt x="2033" y="9477"/>
                    <a:pt x="2605" y="9477"/>
                  </a:cubicBezTo>
                  <a:cubicBezTo>
                    <a:pt x="4181" y="9477"/>
                    <a:pt x="5391" y="8778"/>
                    <a:pt x="5391" y="8778"/>
                  </a:cubicBezTo>
                  <a:cubicBezTo>
                    <a:pt x="5144" y="3498"/>
                    <a:pt x="3060" y="549"/>
                    <a:pt x="3060" y="549"/>
                  </a:cubicBezTo>
                  <a:lnTo>
                    <a:pt x="2066" y="432"/>
                  </a:lnTo>
                  <a:cubicBezTo>
                    <a:pt x="2066" y="315"/>
                    <a:pt x="2073" y="198"/>
                    <a:pt x="2079" y="81"/>
                  </a:cubicBezTo>
                  <a:cubicBezTo>
                    <a:pt x="2079" y="62"/>
                    <a:pt x="2073" y="43"/>
                    <a:pt x="2066" y="23"/>
                  </a:cubicBezTo>
                  <a:cubicBezTo>
                    <a:pt x="2057" y="7"/>
                    <a:pt x="2041" y="0"/>
                    <a:pt x="202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29"/>
            <p:cNvSpPr/>
            <p:nvPr/>
          </p:nvSpPr>
          <p:spPr>
            <a:xfrm flipH="1">
              <a:off x="1680284" y="1887274"/>
              <a:ext cx="39333" cy="199291"/>
            </a:xfrm>
            <a:custGeom>
              <a:rect b="b" l="l" r="r" t="t"/>
              <a:pathLst>
                <a:path extrusionOk="0" h="1520" w="300">
                  <a:moveTo>
                    <a:pt x="273" y="0"/>
                  </a:moveTo>
                  <a:cubicBezTo>
                    <a:pt x="254" y="0"/>
                    <a:pt x="241" y="7"/>
                    <a:pt x="234" y="26"/>
                  </a:cubicBezTo>
                  <a:cubicBezTo>
                    <a:pt x="182" y="299"/>
                    <a:pt x="150" y="533"/>
                    <a:pt x="117" y="754"/>
                  </a:cubicBezTo>
                  <a:cubicBezTo>
                    <a:pt x="91" y="981"/>
                    <a:pt x="59" y="1215"/>
                    <a:pt x="1" y="1487"/>
                  </a:cubicBezTo>
                  <a:cubicBezTo>
                    <a:pt x="1" y="1500"/>
                    <a:pt x="14" y="1520"/>
                    <a:pt x="27" y="1520"/>
                  </a:cubicBezTo>
                  <a:lnTo>
                    <a:pt x="33" y="1520"/>
                  </a:lnTo>
                  <a:cubicBezTo>
                    <a:pt x="46" y="1520"/>
                    <a:pt x="59" y="1513"/>
                    <a:pt x="65" y="1500"/>
                  </a:cubicBezTo>
                  <a:cubicBezTo>
                    <a:pt x="117" y="1228"/>
                    <a:pt x="143" y="994"/>
                    <a:pt x="182" y="767"/>
                  </a:cubicBezTo>
                  <a:cubicBezTo>
                    <a:pt x="215" y="539"/>
                    <a:pt x="241" y="312"/>
                    <a:pt x="293" y="39"/>
                  </a:cubicBezTo>
                  <a:cubicBezTo>
                    <a:pt x="299" y="20"/>
                    <a:pt x="286" y="7"/>
                    <a:pt x="273" y="0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29"/>
            <p:cNvSpPr/>
            <p:nvPr/>
          </p:nvSpPr>
          <p:spPr>
            <a:xfrm flipH="1">
              <a:off x="1937064" y="1951088"/>
              <a:ext cx="32384" cy="216467"/>
            </a:xfrm>
            <a:custGeom>
              <a:rect b="b" l="l" r="r" t="t"/>
              <a:pathLst>
                <a:path extrusionOk="0" h="1651" w="247">
                  <a:moveTo>
                    <a:pt x="33" y="1"/>
                  </a:moveTo>
                  <a:cubicBezTo>
                    <a:pt x="13" y="1"/>
                    <a:pt x="0" y="20"/>
                    <a:pt x="7" y="33"/>
                  </a:cubicBezTo>
                  <a:lnTo>
                    <a:pt x="182" y="1624"/>
                  </a:lnTo>
                  <a:cubicBezTo>
                    <a:pt x="189" y="1637"/>
                    <a:pt x="201" y="1650"/>
                    <a:pt x="214" y="1650"/>
                  </a:cubicBezTo>
                  <a:cubicBezTo>
                    <a:pt x="234" y="1650"/>
                    <a:pt x="247" y="1637"/>
                    <a:pt x="247" y="1618"/>
                  </a:cubicBezTo>
                  <a:lnTo>
                    <a:pt x="65" y="27"/>
                  </a:lnTo>
                  <a:cubicBezTo>
                    <a:pt x="59" y="14"/>
                    <a:pt x="46" y="1"/>
                    <a:pt x="33" y="1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29"/>
            <p:cNvSpPr/>
            <p:nvPr/>
          </p:nvSpPr>
          <p:spPr>
            <a:xfrm flipH="1">
              <a:off x="1868110" y="3576622"/>
              <a:ext cx="583308" cy="42743"/>
            </a:xfrm>
            <a:custGeom>
              <a:rect b="b" l="l" r="r" t="t"/>
              <a:pathLst>
                <a:path extrusionOk="0" h="326" w="4449">
                  <a:moveTo>
                    <a:pt x="221" y="1"/>
                  </a:moveTo>
                  <a:cubicBezTo>
                    <a:pt x="0" y="1"/>
                    <a:pt x="0" y="325"/>
                    <a:pt x="221" y="325"/>
                  </a:cubicBezTo>
                  <a:lnTo>
                    <a:pt x="4228" y="325"/>
                  </a:lnTo>
                  <a:cubicBezTo>
                    <a:pt x="4449" y="325"/>
                    <a:pt x="4449" y="1"/>
                    <a:pt x="42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29"/>
            <p:cNvSpPr/>
            <p:nvPr/>
          </p:nvSpPr>
          <p:spPr>
            <a:xfrm flipH="1">
              <a:off x="1851066" y="3722289"/>
              <a:ext cx="583308" cy="42743"/>
            </a:xfrm>
            <a:custGeom>
              <a:rect b="b" l="l" r="r" t="t"/>
              <a:pathLst>
                <a:path extrusionOk="0" h="326" w="4449">
                  <a:moveTo>
                    <a:pt x="221" y="0"/>
                  </a:moveTo>
                  <a:cubicBezTo>
                    <a:pt x="0" y="0"/>
                    <a:pt x="0" y="325"/>
                    <a:pt x="221" y="325"/>
                  </a:cubicBezTo>
                  <a:lnTo>
                    <a:pt x="4228" y="325"/>
                  </a:lnTo>
                  <a:cubicBezTo>
                    <a:pt x="4449" y="325"/>
                    <a:pt x="4449" y="0"/>
                    <a:pt x="42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29"/>
            <p:cNvSpPr/>
            <p:nvPr/>
          </p:nvSpPr>
          <p:spPr>
            <a:xfrm flipH="1">
              <a:off x="2276670" y="2933646"/>
              <a:ext cx="1183006" cy="1797815"/>
            </a:xfrm>
            <a:custGeom>
              <a:rect b="b" l="l" r="r" t="t"/>
              <a:pathLst>
                <a:path extrusionOk="0" h="13712" w="9023">
                  <a:moveTo>
                    <a:pt x="7325" y="1"/>
                  </a:moveTo>
                  <a:cubicBezTo>
                    <a:pt x="7321" y="1"/>
                    <a:pt x="7318" y="1"/>
                    <a:pt x="7314" y="1"/>
                  </a:cubicBezTo>
                  <a:cubicBezTo>
                    <a:pt x="7236" y="1"/>
                    <a:pt x="5443" y="99"/>
                    <a:pt x="3631" y="1826"/>
                  </a:cubicBezTo>
                  <a:cubicBezTo>
                    <a:pt x="2573" y="2840"/>
                    <a:pt x="1728" y="4203"/>
                    <a:pt x="1124" y="5879"/>
                  </a:cubicBezTo>
                  <a:cubicBezTo>
                    <a:pt x="378" y="7964"/>
                    <a:pt x="1" y="10548"/>
                    <a:pt x="1" y="13549"/>
                  </a:cubicBezTo>
                  <a:cubicBezTo>
                    <a:pt x="1" y="13640"/>
                    <a:pt x="72" y="13711"/>
                    <a:pt x="163" y="13711"/>
                  </a:cubicBezTo>
                  <a:cubicBezTo>
                    <a:pt x="248" y="13711"/>
                    <a:pt x="319" y="13640"/>
                    <a:pt x="319" y="13549"/>
                  </a:cubicBezTo>
                  <a:cubicBezTo>
                    <a:pt x="319" y="6866"/>
                    <a:pt x="2229" y="3625"/>
                    <a:pt x="3833" y="2080"/>
                  </a:cubicBezTo>
                  <a:cubicBezTo>
                    <a:pt x="5261" y="703"/>
                    <a:pt x="6710" y="404"/>
                    <a:pt x="7171" y="339"/>
                  </a:cubicBezTo>
                  <a:lnTo>
                    <a:pt x="8684" y="13529"/>
                  </a:lnTo>
                  <a:cubicBezTo>
                    <a:pt x="8696" y="13628"/>
                    <a:pt x="8771" y="13674"/>
                    <a:pt x="8846" y="13674"/>
                  </a:cubicBezTo>
                  <a:cubicBezTo>
                    <a:pt x="8934" y="13674"/>
                    <a:pt x="9023" y="13610"/>
                    <a:pt x="9009" y="13490"/>
                  </a:cubicBezTo>
                  <a:lnTo>
                    <a:pt x="7482" y="144"/>
                  </a:lnTo>
                  <a:cubicBezTo>
                    <a:pt x="7470" y="64"/>
                    <a:pt x="7405" y="1"/>
                    <a:pt x="732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29"/>
            <p:cNvSpPr/>
            <p:nvPr/>
          </p:nvSpPr>
          <p:spPr>
            <a:xfrm flipH="1">
              <a:off x="1750383" y="2933646"/>
              <a:ext cx="1183006" cy="1797815"/>
            </a:xfrm>
            <a:custGeom>
              <a:rect b="b" l="l" r="r" t="t"/>
              <a:pathLst>
                <a:path extrusionOk="0" h="13712" w="9023">
                  <a:moveTo>
                    <a:pt x="7318" y="1"/>
                  </a:moveTo>
                  <a:cubicBezTo>
                    <a:pt x="7314" y="1"/>
                    <a:pt x="7311" y="1"/>
                    <a:pt x="7307" y="1"/>
                  </a:cubicBezTo>
                  <a:cubicBezTo>
                    <a:pt x="7235" y="1"/>
                    <a:pt x="5436" y="99"/>
                    <a:pt x="3624" y="1826"/>
                  </a:cubicBezTo>
                  <a:cubicBezTo>
                    <a:pt x="2566" y="2840"/>
                    <a:pt x="1728" y="4203"/>
                    <a:pt x="1124" y="5879"/>
                  </a:cubicBezTo>
                  <a:cubicBezTo>
                    <a:pt x="377" y="7964"/>
                    <a:pt x="0" y="10548"/>
                    <a:pt x="0" y="13549"/>
                  </a:cubicBezTo>
                  <a:cubicBezTo>
                    <a:pt x="0" y="13640"/>
                    <a:pt x="72" y="13711"/>
                    <a:pt x="163" y="13711"/>
                  </a:cubicBezTo>
                  <a:cubicBezTo>
                    <a:pt x="247" y="13711"/>
                    <a:pt x="319" y="13640"/>
                    <a:pt x="319" y="13549"/>
                  </a:cubicBezTo>
                  <a:cubicBezTo>
                    <a:pt x="319" y="6866"/>
                    <a:pt x="2228" y="3625"/>
                    <a:pt x="3826" y="2080"/>
                  </a:cubicBezTo>
                  <a:cubicBezTo>
                    <a:pt x="5261" y="703"/>
                    <a:pt x="6709" y="404"/>
                    <a:pt x="7170" y="339"/>
                  </a:cubicBezTo>
                  <a:lnTo>
                    <a:pt x="8684" y="13529"/>
                  </a:lnTo>
                  <a:cubicBezTo>
                    <a:pt x="8695" y="13628"/>
                    <a:pt x="8770" y="13674"/>
                    <a:pt x="8845" y="13674"/>
                  </a:cubicBezTo>
                  <a:cubicBezTo>
                    <a:pt x="8934" y="13674"/>
                    <a:pt x="9022" y="13610"/>
                    <a:pt x="9008" y="13490"/>
                  </a:cubicBezTo>
                  <a:lnTo>
                    <a:pt x="7476" y="144"/>
                  </a:lnTo>
                  <a:cubicBezTo>
                    <a:pt x="7469" y="64"/>
                    <a:pt x="7398" y="1"/>
                    <a:pt x="731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29"/>
            <p:cNvSpPr/>
            <p:nvPr/>
          </p:nvSpPr>
          <p:spPr>
            <a:xfrm flipH="1">
              <a:off x="1422720" y="1880418"/>
              <a:ext cx="554464" cy="1066207"/>
            </a:xfrm>
            <a:custGeom>
              <a:rect b="b" l="l" r="r" t="t"/>
              <a:pathLst>
                <a:path extrusionOk="0" h="8132" w="4229">
                  <a:moveTo>
                    <a:pt x="3917" y="1"/>
                  </a:moveTo>
                  <a:lnTo>
                    <a:pt x="2339" y="1443"/>
                  </a:lnTo>
                  <a:cubicBezTo>
                    <a:pt x="2059" y="4144"/>
                    <a:pt x="1" y="7658"/>
                    <a:pt x="1" y="7658"/>
                  </a:cubicBezTo>
                  <a:lnTo>
                    <a:pt x="709" y="8132"/>
                  </a:lnTo>
                  <a:cubicBezTo>
                    <a:pt x="4228" y="2742"/>
                    <a:pt x="3917" y="1"/>
                    <a:pt x="3917" y="1"/>
                  </a:cubicBezTo>
                  <a:close/>
                </a:path>
              </a:pathLst>
            </a:custGeom>
            <a:solidFill>
              <a:srgbClr val="F8C3A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29"/>
            <p:cNvSpPr/>
            <p:nvPr/>
          </p:nvSpPr>
          <p:spPr>
            <a:xfrm flipH="1">
              <a:off x="1871381" y="2872941"/>
              <a:ext cx="229180" cy="147239"/>
            </a:xfrm>
            <a:custGeom>
              <a:rect b="b" l="l" r="r" t="t"/>
              <a:pathLst>
                <a:path extrusionOk="0" h="1123" w="1748">
                  <a:moveTo>
                    <a:pt x="1138" y="1"/>
                  </a:moveTo>
                  <a:cubicBezTo>
                    <a:pt x="1113" y="1"/>
                    <a:pt x="1086" y="1"/>
                    <a:pt x="1059" y="3"/>
                  </a:cubicBezTo>
                  <a:cubicBezTo>
                    <a:pt x="494" y="42"/>
                    <a:pt x="325" y="55"/>
                    <a:pt x="240" y="231"/>
                  </a:cubicBezTo>
                  <a:cubicBezTo>
                    <a:pt x="162" y="399"/>
                    <a:pt x="0" y="887"/>
                    <a:pt x="130" y="919"/>
                  </a:cubicBezTo>
                  <a:cubicBezTo>
                    <a:pt x="139" y="921"/>
                    <a:pt x="148" y="922"/>
                    <a:pt x="157" y="922"/>
                  </a:cubicBezTo>
                  <a:cubicBezTo>
                    <a:pt x="264" y="922"/>
                    <a:pt x="292" y="744"/>
                    <a:pt x="292" y="744"/>
                  </a:cubicBezTo>
                  <a:cubicBezTo>
                    <a:pt x="292" y="744"/>
                    <a:pt x="299" y="900"/>
                    <a:pt x="377" y="939"/>
                  </a:cubicBezTo>
                  <a:cubicBezTo>
                    <a:pt x="449" y="969"/>
                    <a:pt x="877" y="1123"/>
                    <a:pt x="1003" y="1123"/>
                  </a:cubicBezTo>
                  <a:cubicBezTo>
                    <a:pt x="1013" y="1123"/>
                    <a:pt x="1020" y="1122"/>
                    <a:pt x="1026" y="1120"/>
                  </a:cubicBezTo>
                  <a:cubicBezTo>
                    <a:pt x="1104" y="1094"/>
                    <a:pt x="1085" y="926"/>
                    <a:pt x="1085" y="926"/>
                  </a:cubicBezTo>
                  <a:cubicBezTo>
                    <a:pt x="1085" y="926"/>
                    <a:pt x="1747" y="776"/>
                    <a:pt x="1682" y="348"/>
                  </a:cubicBezTo>
                  <a:cubicBezTo>
                    <a:pt x="1682" y="348"/>
                    <a:pt x="1635" y="1"/>
                    <a:pt x="1138" y="1"/>
                  </a:cubicBezTo>
                  <a:close/>
                </a:path>
              </a:pathLst>
            </a:custGeom>
            <a:solidFill>
              <a:srgbClr val="F8C3A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29"/>
            <p:cNvSpPr/>
            <p:nvPr/>
          </p:nvSpPr>
          <p:spPr>
            <a:xfrm flipH="1">
              <a:off x="1390330" y="1758745"/>
              <a:ext cx="309288" cy="356102"/>
            </a:xfrm>
            <a:custGeom>
              <a:rect b="b" l="l" r="r" t="t"/>
              <a:pathLst>
                <a:path extrusionOk="0" h="2716" w="2359">
                  <a:moveTo>
                    <a:pt x="813" y="0"/>
                  </a:moveTo>
                  <a:lnTo>
                    <a:pt x="1" y="2539"/>
                  </a:lnTo>
                  <a:cubicBezTo>
                    <a:pt x="427" y="2666"/>
                    <a:pt x="798" y="2716"/>
                    <a:pt x="1233" y="2716"/>
                  </a:cubicBezTo>
                  <a:cubicBezTo>
                    <a:pt x="1447" y="2716"/>
                    <a:pt x="1677" y="2704"/>
                    <a:pt x="1936" y="2682"/>
                  </a:cubicBezTo>
                  <a:cubicBezTo>
                    <a:pt x="1936" y="2682"/>
                    <a:pt x="2358" y="487"/>
                    <a:pt x="8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29"/>
            <p:cNvSpPr/>
            <p:nvPr/>
          </p:nvSpPr>
          <p:spPr>
            <a:xfrm flipH="1">
              <a:off x="1915668" y="1496027"/>
              <a:ext cx="39350" cy="31802"/>
            </a:xfrm>
            <a:custGeom>
              <a:rect b="b" l="l" r="r" t="t"/>
              <a:pathLst>
                <a:path extrusionOk="0" h="147" w="182">
                  <a:moveTo>
                    <a:pt x="86" y="1"/>
                  </a:moveTo>
                  <a:cubicBezTo>
                    <a:pt x="77" y="1"/>
                    <a:pt x="68" y="2"/>
                    <a:pt x="58" y="3"/>
                  </a:cubicBezTo>
                  <a:cubicBezTo>
                    <a:pt x="26" y="16"/>
                    <a:pt x="0" y="49"/>
                    <a:pt x="26" y="133"/>
                  </a:cubicBezTo>
                  <a:cubicBezTo>
                    <a:pt x="32" y="140"/>
                    <a:pt x="39" y="146"/>
                    <a:pt x="45" y="146"/>
                  </a:cubicBezTo>
                  <a:cubicBezTo>
                    <a:pt x="52" y="140"/>
                    <a:pt x="58" y="133"/>
                    <a:pt x="52" y="127"/>
                  </a:cubicBezTo>
                  <a:cubicBezTo>
                    <a:pt x="39" y="75"/>
                    <a:pt x="45" y="42"/>
                    <a:pt x="71" y="29"/>
                  </a:cubicBezTo>
                  <a:cubicBezTo>
                    <a:pt x="78" y="28"/>
                    <a:pt x="85" y="27"/>
                    <a:pt x="92" y="27"/>
                  </a:cubicBezTo>
                  <a:cubicBezTo>
                    <a:pt x="113" y="27"/>
                    <a:pt x="136" y="34"/>
                    <a:pt x="156" y="49"/>
                  </a:cubicBezTo>
                  <a:cubicBezTo>
                    <a:pt x="158" y="51"/>
                    <a:pt x="160" y="52"/>
                    <a:pt x="162" y="52"/>
                  </a:cubicBezTo>
                  <a:cubicBezTo>
                    <a:pt x="167" y="52"/>
                    <a:pt x="171" y="49"/>
                    <a:pt x="175" y="49"/>
                  </a:cubicBezTo>
                  <a:cubicBezTo>
                    <a:pt x="182" y="42"/>
                    <a:pt x="175" y="29"/>
                    <a:pt x="169" y="29"/>
                  </a:cubicBezTo>
                  <a:cubicBezTo>
                    <a:pt x="144" y="9"/>
                    <a:pt x="115" y="1"/>
                    <a:pt x="86" y="1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FBA47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78" name="Google Shape;378;p29"/>
          <p:cNvGrpSpPr/>
          <p:nvPr/>
        </p:nvGrpSpPr>
        <p:grpSpPr>
          <a:xfrm>
            <a:off x="3106825" y="1142883"/>
            <a:ext cx="1783206" cy="1523325"/>
            <a:chOff x="3106825" y="1142883"/>
            <a:chExt cx="1783206" cy="1523325"/>
          </a:xfrm>
        </p:grpSpPr>
        <p:sp>
          <p:nvSpPr>
            <p:cNvPr id="379" name="Google Shape;379;p29"/>
            <p:cNvSpPr txBox="1"/>
            <p:nvPr/>
          </p:nvSpPr>
          <p:spPr>
            <a:xfrm>
              <a:off x="3106831" y="1706888"/>
              <a:ext cx="1783200" cy="41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bg" sz="1800">
                  <a:solidFill>
                    <a:schemeClr val="accent2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AI асистент</a:t>
              </a:r>
              <a:endParaRPr b="1" sz="180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380" name="Google Shape;380;p29"/>
            <p:cNvSpPr txBox="1"/>
            <p:nvPr/>
          </p:nvSpPr>
          <p:spPr>
            <a:xfrm>
              <a:off x="3106825" y="2116309"/>
              <a:ext cx="1783200" cy="54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1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81" name="Google Shape;381;p29"/>
            <p:cNvSpPr/>
            <p:nvPr/>
          </p:nvSpPr>
          <p:spPr>
            <a:xfrm>
              <a:off x="3201511" y="1142883"/>
              <a:ext cx="564000" cy="564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bg" sz="1800">
                  <a:solidFill>
                    <a:schemeClr val="accent2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01</a:t>
              </a:r>
              <a:endParaRPr b="1" sz="180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382" name="Google Shape;382;p29"/>
          <p:cNvGrpSpPr/>
          <p:nvPr/>
        </p:nvGrpSpPr>
        <p:grpSpPr>
          <a:xfrm>
            <a:off x="5005213" y="1142883"/>
            <a:ext cx="1783206" cy="1523325"/>
            <a:chOff x="5005213" y="1142883"/>
            <a:chExt cx="1783206" cy="1523325"/>
          </a:xfrm>
        </p:grpSpPr>
        <p:sp>
          <p:nvSpPr>
            <p:cNvPr id="383" name="Google Shape;383;p29"/>
            <p:cNvSpPr txBox="1"/>
            <p:nvPr/>
          </p:nvSpPr>
          <p:spPr>
            <a:xfrm>
              <a:off x="5005219" y="1706888"/>
              <a:ext cx="1783200" cy="41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100"/>
                <a:buFont typeface="Arial"/>
                <a:buNone/>
              </a:pPr>
              <a:r>
                <a:rPr b="1" lang="bg" sz="1800">
                  <a:solidFill>
                    <a:schemeClr val="accent2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GPS</a:t>
              </a:r>
              <a:endParaRPr b="1" sz="180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384" name="Google Shape;384;p29"/>
            <p:cNvSpPr txBox="1"/>
            <p:nvPr/>
          </p:nvSpPr>
          <p:spPr>
            <a:xfrm>
              <a:off x="5005213" y="2116309"/>
              <a:ext cx="1783200" cy="54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100"/>
                <a:buFont typeface="Arial"/>
                <a:buNone/>
              </a:pPr>
              <a:r>
                <a:t/>
              </a:r>
              <a:endParaRPr sz="1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85" name="Google Shape;385;p29"/>
            <p:cNvSpPr/>
            <p:nvPr/>
          </p:nvSpPr>
          <p:spPr>
            <a:xfrm>
              <a:off x="5112424" y="1142883"/>
              <a:ext cx="564000" cy="564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bg" sz="1800">
                  <a:solidFill>
                    <a:schemeClr val="accent2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02</a:t>
              </a:r>
              <a:endParaRPr b="1" sz="180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386" name="Google Shape;386;p29"/>
          <p:cNvGrpSpPr/>
          <p:nvPr/>
        </p:nvGrpSpPr>
        <p:grpSpPr>
          <a:xfrm>
            <a:off x="6903600" y="1142883"/>
            <a:ext cx="1783206" cy="1523325"/>
            <a:chOff x="6903600" y="1142883"/>
            <a:chExt cx="1783206" cy="1523325"/>
          </a:xfrm>
        </p:grpSpPr>
        <p:sp>
          <p:nvSpPr>
            <p:cNvPr id="387" name="Google Shape;387;p29"/>
            <p:cNvSpPr txBox="1"/>
            <p:nvPr/>
          </p:nvSpPr>
          <p:spPr>
            <a:xfrm>
              <a:off x="6903606" y="1706888"/>
              <a:ext cx="1783200" cy="41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bg" sz="1800">
                  <a:solidFill>
                    <a:schemeClr val="accent2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Speech to text</a:t>
              </a:r>
              <a:endParaRPr b="1" sz="180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388" name="Google Shape;388;p29"/>
            <p:cNvSpPr txBox="1"/>
            <p:nvPr/>
          </p:nvSpPr>
          <p:spPr>
            <a:xfrm>
              <a:off x="6903600" y="2116309"/>
              <a:ext cx="1783200" cy="54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1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89" name="Google Shape;389;p29"/>
            <p:cNvSpPr/>
            <p:nvPr/>
          </p:nvSpPr>
          <p:spPr>
            <a:xfrm>
              <a:off x="7014036" y="1142883"/>
              <a:ext cx="564000" cy="564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bg" sz="180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03</a:t>
              </a:r>
              <a:endParaRPr b="1" sz="1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pic>
        <p:nvPicPr>
          <p:cNvPr id="390" name="Google Shape;39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5850" y="2384950"/>
            <a:ext cx="6311225" cy="58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0"/>
          <p:cNvSpPr txBox="1"/>
          <p:nvPr>
            <p:ph type="title"/>
          </p:nvPr>
        </p:nvSpPr>
        <p:spPr>
          <a:xfrm>
            <a:off x="457200" y="410400"/>
            <a:ext cx="8229600" cy="39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bg"/>
              <a:t>Използвани технологии</a:t>
            </a:r>
            <a:endParaRPr/>
          </a:p>
        </p:txBody>
      </p:sp>
      <p:pic>
        <p:nvPicPr>
          <p:cNvPr id="396" name="Google Shape;396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980700"/>
            <a:ext cx="2143125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01225" y="1063500"/>
            <a:ext cx="2857500" cy="16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85375" y="673850"/>
            <a:ext cx="2143125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Google Shape;399;p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8675" y="3183075"/>
            <a:ext cx="2643371" cy="1714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3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134446" y="2969375"/>
            <a:ext cx="2314575" cy="198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Google Shape;401;p3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601421" y="2969375"/>
            <a:ext cx="2857500" cy="16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1"/>
          <p:cNvSpPr txBox="1"/>
          <p:nvPr>
            <p:ph type="title"/>
          </p:nvPr>
        </p:nvSpPr>
        <p:spPr>
          <a:xfrm>
            <a:off x="457200" y="410400"/>
            <a:ext cx="8229600" cy="39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bg"/>
              <a:t>Демо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32"/>
          <p:cNvSpPr txBox="1"/>
          <p:nvPr>
            <p:ph type="title"/>
          </p:nvPr>
        </p:nvSpPr>
        <p:spPr>
          <a:xfrm>
            <a:off x="602100" y="2097300"/>
            <a:ext cx="8229600" cy="39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bg"/>
              <a:t>Благодарим за вниманието!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Education Summer Camp Infographics by Slidesgo">
  <a:themeElements>
    <a:clrScheme name="Simple Light">
      <a:dk1>
        <a:srgbClr val="FFFFFF"/>
      </a:dk1>
      <a:lt1>
        <a:srgbClr val="E6E1FF"/>
      </a:lt1>
      <a:dk2>
        <a:srgbClr val="C3A1FC"/>
      </a:dk2>
      <a:lt2>
        <a:srgbClr val="996ECF"/>
      </a:lt2>
      <a:accent1>
        <a:srgbClr val="45266D"/>
      </a:accent1>
      <a:accent2>
        <a:srgbClr val="000000"/>
      </a:accent2>
      <a:accent3>
        <a:srgbClr val="FFC751"/>
      </a:accent3>
      <a:accent4>
        <a:srgbClr val="FFAC00"/>
      </a:accent4>
      <a:accent5>
        <a:srgbClr val="FFB3A2"/>
      </a:accent5>
      <a:accent6>
        <a:srgbClr val="E94F4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